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7"/>
  </p:notesMasterIdLst>
  <p:handoutMasterIdLst>
    <p:handoutMasterId r:id="rId18"/>
  </p:handout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E88699-3444-42C5-A6EC-2957B17E2BB1}" v="739" dt="2026-03-11T05:11:18.1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1" d="100"/>
          <a:sy n="101" d="100"/>
        </p:scale>
        <p:origin x="876"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tazeri Amirmohammad" userId="14ff55ea-1130-4eaf-8ccc-034b5b7c25f7" providerId="ADAL" clId="{350A065B-EB90-46D0-BEBC-19D9BCE43320}"/>
    <pc:docChg chg="undo custSel addSld delSld modSld sldOrd modMainMaster">
      <pc:chgData name="Montazeri Amirmohammad" userId="14ff55ea-1130-4eaf-8ccc-034b5b7c25f7" providerId="ADAL" clId="{350A065B-EB90-46D0-BEBC-19D9BCE43320}" dt="2026-03-11T05:11:18.106" v="2858" actId="20577"/>
      <pc:docMkLst>
        <pc:docMk/>
      </pc:docMkLst>
      <pc:sldChg chg="addSp modSp new mod modTransition setBg">
        <pc:chgData name="Montazeri Amirmohammad" userId="14ff55ea-1130-4eaf-8ccc-034b5b7c25f7" providerId="ADAL" clId="{350A065B-EB90-46D0-BEBC-19D9BCE43320}" dt="2026-03-11T00:53:49.262" v="290" actId="1035"/>
        <pc:sldMkLst>
          <pc:docMk/>
          <pc:sldMk cId="2153268574" sldId="256"/>
        </pc:sldMkLst>
        <pc:spChg chg="mod">
          <ac:chgData name="Montazeri Amirmohammad" userId="14ff55ea-1130-4eaf-8ccc-034b5b7c25f7" providerId="ADAL" clId="{350A065B-EB90-46D0-BEBC-19D9BCE43320}" dt="2026-03-10T08:53:12.941" v="144" actId="1076"/>
          <ac:spMkLst>
            <pc:docMk/>
            <pc:sldMk cId="2153268574" sldId="256"/>
            <ac:spMk id="2" creationId="{E96DB141-0470-96EA-DF32-17B31B653660}"/>
          </ac:spMkLst>
        </pc:spChg>
        <pc:spChg chg="mod">
          <ac:chgData name="Montazeri Amirmohammad" userId="14ff55ea-1130-4eaf-8ccc-034b5b7c25f7" providerId="ADAL" clId="{350A065B-EB90-46D0-BEBC-19D9BCE43320}" dt="2026-03-11T00:50:27.526" v="208" actId="403"/>
          <ac:spMkLst>
            <pc:docMk/>
            <pc:sldMk cId="2153268574" sldId="256"/>
            <ac:spMk id="3" creationId="{A8B21C20-BBB1-22DC-0A22-038CB58DF228}"/>
          </ac:spMkLst>
        </pc:spChg>
        <pc:picChg chg="add mod">
          <ac:chgData name="Montazeri Amirmohammad" userId="14ff55ea-1130-4eaf-8ccc-034b5b7c25f7" providerId="ADAL" clId="{350A065B-EB90-46D0-BEBC-19D9BCE43320}" dt="2026-03-11T00:39:32.373" v="159" actId="1076"/>
          <ac:picMkLst>
            <pc:docMk/>
            <pc:sldMk cId="2153268574" sldId="256"/>
            <ac:picMk id="5" creationId="{EB421C8A-5A7E-A0E8-BCEC-2A37DEF58287}"/>
          </ac:picMkLst>
        </pc:picChg>
        <pc:cxnChg chg="add mod">
          <ac:chgData name="Montazeri Amirmohammad" userId="14ff55ea-1130-4eaf-8ccc-034b5b7c25f7" providerId="ADAL" clId="{350A065B-EB90-46D0-BEBC-19D9BCE43320}" dt="2026-03-11T00:53:49.262" v="290" actId="1035"/>
          <ac:cxnSpMkLst>
            <pc:docMk/>
            <pc:sldMk cId="2153268574" sldId="256"/>
            <ac:cxnSpMk id="7" creationId="{54690442-3261-1A1F-7B33-E54B0AAFE41B}"/>
          </ac:cxnSpMkLst>
        </pc:cxnChg>
      </pc:sldChg>
      <pc:sldChg chg="addSp delSp modSp new mod modTransition modNotesTx">
        <pc:chgData name="Montazeri Amirmohammad" userId="14ff55ea-1130-4eaf-8ccc-034b5b7c25f7" providerId="ADAL" clId="{350A065B-EB90-46D0-BEBC-19D9BCE43320}" dt="2026-03-11T01:25:06.764" v="908" actId="1037"/>
        <pc:sldMkLst>
          <pc:docMk/>
          <pc:sldMk cId="3501471641" sldId="257"/>
        </pc:sldMkLst>
        <pc:spChg chg="del">
          <ac:chgData name="Montazeri Amirmohammad" userId="14ff55ea-1130-4eaf-8ccc-034b5b7c25f7" providerId="ADAL" clId="{350A065B-EB90-46D0-BEBC-19D9BCE43320}" dt="2026-03-11T00:39:40.816" v="160" actId="478"/>
          <ac:spMkLst>
            <pc:docMk/>
            <pc:sldMk cId="3501471641" sldId="257"/>
            <ac:spMk id="2" creationId="{820DA61D-CC09-A7FA-7DBC-FF128BD03738}"/>
          </ac:spMkLst>
        </pc:spChg>
        <pc:spChg chg="del">
          <ac:chgData name="Montazeri Amirmohammad" userId="14ff55ea-1130-4eaf-8ccc-034b5b7c25f7" providerId="ADAL" clId="{350A065B-EB90-46D0-BEBC-19D9BCE43320}" dt="2026-03-11T00:39:43.501" v="161" actId="478"/>
          <ac:spMkLst>
            <pc:docMk/>
            <pc:sldMk cId="3501471641" sldId="257"/>
            <ac:spMk id="3" creationId="{DB2D4340-B056-A59E-DE7A-63B53C1F3911}"/>
          </ac:spMkLst>
        </pc:spChg>
        <pc:spChg chg="add mod">
          <ac:chgData name="Montazeri Amirmohammad" userId="14ff55ea-1130-4eaf-8ccc-034b5b7c25f7" providerId="ADAL" clId="{350A065B-EB90-46D0-BEBC-19D9BCE43320}" dt="2026-03-11T00:52:48.524" v="231" actId="1076"/>
          <ac:spMkLst>
            <pc:docMk/>
            <pc:sldMk cId="3501471641" sldId="257"/>
            <ac:spMk id="5" creationId="{3686DD2F-F0F8-CBA7-E149-FE9A41344A54}"/>
          </ac:spMkLst>
        </pc:spChg>
        <pc:spChg chg="add mod">
          <ac:chgData name="Montazeri Amirmohammad" userId="14ff55ea-1130-4eaf-8ccc-034b5b7c25f7" providerId="ADAL" clId="{350A065B-EB90-46D0-BEBC-19D9BCE43320}" dt="2026-03-11T00:51:28.234" v="223" actId="767"/>
          <ac:spMkLst>
            <pc:docMk/>
            <pc:sldMk cId="3501471641" sldId="257"/>
            <ac:spMk id="6" creationId="{4506C935-09A6-961D-0216-337A4BB85B1B}"/>
          </ac:spMkLst>
        </pc:spChg>
        <pc:spChg chg="add mod">
          <ac:chgData name="Montazeri Amirmohammad" userId="14ff55ea-1130-4eaf-8ccc-034b5b7c25f7" providerId="ADAL" clId="{350A065B-EB90-46D0-BEBC-19D9BCE43320}" dt="2026-03-11T01:16:51.454" v="714"/>
          <ac:spMkLst>
            <pc:docMk/>
            <pc:sldMk cId="3501471641" sldId="257"/>
            <ac:spMk id="15" creationId="{94384F5B-26F5-F639-66D0-D0279F5EBA62}"/>
          </ac:spMkLst>
        </pc:spChg>
        <pc:picChg chg="add mod">
          <ac:chgData name="Montazeri Amirmohammad" userId="14ff55ea-1130-4eaf-8ccc-034b5b7c25f7" providerId="ADAL" clId="{350A065B-EB90-46D0-BEBC-19D9BCE43320}" dt="2026-03-11T01:25:06.764" v="908" actId="1037"/>
          <ac:picMkLst>
            <pc:docMk/>
            <pc:sldMk cId="3501471641" sldId="257"/>
            <ac:picMk id="2" creationId="{D6DFC1B1-51F9-55F1-BFAB-9645DF49CAD3}"/>
          </ac:picMkLst>
        </pc:picChg>
        <pc:cxnChg chg="add del">
          <ac:chgData name="Montazeri Amirmohammad" userId="14ff55ea-1130-4eaf-8ccc-034b5b7c25f7" providerId="ADAL" clId="{350A065B-EB90-46D0-BEBC-19D9BCE43320}" dt="2026-03-11T00:52:26.014" v="226" actId="11529"/>
          <ac:cxnSpMkLst>
            <pc:docMk/>
            <pc:sldMk cId="3501471641" sldId="257"/>
            <ac:cxnSpMk id="8" creationId="{D24C65CE-D743-E4C0-4222-F6D0B3531252}"/>
          </ac:cxnSpMkLst>
        </pc:cxnChg>
        <pc:cxnChg chg="add del mod">
          <ac:chgData name="Montazeri Amirmohammad" userId="14ff55ea-1130-4eaf-8ccc-034b5b7c25f7" providerId="ADAL" clId="{350A065B-EB90-46D0-BEBC-19D9BCE43320}" dt="2026-03-11T00:52:36.796" v="228" actId="11529"/>
          <ac:cxnSpMkLst>
            <pc:docMk/>
            <pc:sldMk cId="3501471641" sldId="257"/>
            <ac:cxnSpMk id="10" creationId="{8F06E0EF-C0B7-7748-AA85-E573C9EFB97B}"/>
          </ac:cxnSpMkLst>
        </pc:cxnChg>
        <pc:cxnChg chg="add del">
          <ac:chgData name="Montazeri Amirmohammad" userId="14ff55ea-1130-4eaf-8ccc-034b5b7c25f7" providerId="ADAL" clId="{350A065B-EB90-46D0-BEBC-19D9BCE43320}" dt="2026-03-11T00:52:51.620" v="232" actId="11529"/>
          <ac:cxnSpMkLst>
            <pc:docMk/>
            <pc:sldMk cId="3501471641" sldId="257"/>
            <ac:cxnSpMk id="12" creationId="{CD51ED6D-7080-AD27-2754-628C31B9CFBA}"/>
          </ac:cxnSpMkLst>
        </pc:cxnChg>
        <pc:cxnChg chg="add mod">
          <ac:chgData name="Montazeri Amirmohammad" userId="14ff55ea-1130-4eaf-8ccc-034b5b7c25f7" providerId="ADAL" clId="{350A065B-EB90-46D0-BEBC-19D9BCE43320}" dt="2026-03-11T00:53:26.604" v="236" actId="208"/>
          <ac:cxnSpMkLst>
            <pc:docMk/>
            <pc:sldMk cId="3501471641" sldId="257"/>
            <ac:cxnSpMk id="14" creationId="{4D2FFA1B-A442-D0F4-6B18-C20D4E2DF8FF}"/>
          </ac:cxnSpMkLst>
        </pc:cxnChg>
      </pc:sldChg>
      <pc:sldChg chg="new del">
        <pc:chgData name="Montazeri Amirmohammad" userId="14ff55ea-1130-4eaf-8ccc-034b5b7c25f7" providerId="ADAL" clId="{350A065B-EB90-46D0-BEBC-19D9BCE43320}" dt="2026-03-11T05:03:21.342" v="2718" actId="47"/>
        <pc:sldMkLst>
          <pc:docMk/>
          <pc:sldMk cId="2799743472" sldId="258"/>
        </pc:sldMkLst>
      </pc:sldChg>
      <pc:sldChg chg="addSp delSp modSp add mod">
        <pc:chgData name="Montazeri Amirmohammad" userId="14ff55ea-1130-4eaf-8ccc-034b5b7c25f7" providerId="ADAL" clId="{350A065B-EB90-46D0-BEBC-19D9BCE43320}" dt="2026-03-11T01:28:34.379" v="1269" actId="26606"/>
        <pc:sldMkLst>
          <pc:docMk/>
          <pc:sldMk cId="2150158284" sldId="259"/>
        </pc:sldMkLst>
        <pc:spChg chg="add del mod">
          <ac:chgData name="Montazeri Amirmohammad" userId="14ff55ea-1130-4eaf-8ccc-034b5b7c25f7" providerId="ADAL" clId="{350A065B-EB90-46D0-BEBC-19D9BCE43320}" dt="2026-03-11T01:28:34.379" v="1269" actId="26606"/>
          <ac:spMkLst>
            <pc:docMk/>
            <pc:sldMk cId="2150158284" sldId="259"/>
            <ac:spMk id="2" creationId="{6BF1E9D1-A9B8-203C-9DB6-468B078F1E52}"/>
          </ac:spMkLst>
        </pc:spChg>
        <pc:spChg chg="mod">
          <ac:chgData name="Montazeri Amirmohammad" userId="14ff55ea-1130-4eaf-8ccc-034b5b7c25f7" providerId="ADAL" clId="{350A065B-EB90-46D0-BEBC-19D9BCE43320}" dt="2026-03-11T01:09:13.772" v="701"/>
          <ac:spMkLst>
            <pc:docMk/>
            <pc:sldMk cId="2150158284" sldId="259"/>
            <ac:spMk id="5" creationId="{BA3F9E5A-C940-109C-4491-AD8C444E11CE}"/>
          </ac:spMkLst>
        </pc:spChg>
        <pc:spChg chg="del mod">
          <ac:chgData name="Montazeri Amirmohammad" userId="14ff55ea-1130-4eaf-8ccc-034b5b7c25f7" providerId="ADAL" clId="{350A065B-EB90-46D0-BEBC-19D9BCE43320}" dt="2026-03-11T01:17:04.350" v="715" actId="478"/>
          <ac:spMkLst>
            <pc:docMk/>
            <pc:sldMk cId="2150158284" sldId="259"/>
            <ac:spMk id="15" creationId="{80128830-8329-5428-E933-D9259A465E1F}"/>
          </ac:spMkLst>
        </pc:spChg>
        <pc:graphicFrameChg chg="add del">
          <ac:chgData name="Montazeri Amirmohammad" userId="14ff55ea-1130-4eaf-8ccc-034b5b7c25f7" providerId="ADAL" clId="{350A065B-EB90-46D0-BEBC-19D9BCE43320}" dt="2026-03-11T01:28:34.379" v="1269" actId="26606"/>
          <ac:graphicFrameMkLst>
            <pc:docMk/>
            <pc:sldMk cId="2150158284" sldId="259"/>
            <ac:graphicFrameMk id="1028" creationId="{E102B585-7C94-37D6-1034-0F642C0D20DE}"/>
          </ac:graphicFrameMkLst>
        </pc:graphicFrameChg>
        <pc:picChg chg="add mod">
          <ac:chgData name="Montazeri Amirmohammad" userId="14ff55ea-1130-4eaf-8ccc-034b5b7c25f7" providerId="ADAL" clId="{350A065B-EB90-46D0-BEBC-19D9BCE43320}" dt="2026-03-11T01:28:18.924" v="1267" actId="1037"/>
          <ac:picMkLst>
            <pc:docMk/>
            <pc:sldMk cId="2150158284" sldId="259"/>
            <ac:picMk id="3" creationId="{7A503D23-5D97-73A3-50A2-EB0C70FD6A98}"/>
          </ac:picMkLst>
        </pc:picChg>
        <pc:picChg chg="add mod">
          <ac:chgData name="Montazeri Amirmohammad" userId="14ff55ea-1130-4eaf-8ccc-034b5b7c25f7" providerId="ADAL" clId="{350A065B-EB90-46D0-BEBC-19D9BCE43320}" dt="2026-03-11T01:28:34.379" v="1269" actId="26606"/>
          <ac:picMkLst>
            <pc:docMk/>
            <pc:sldMk cId="2150158284" sldId="259"/>
            <ac:picMk id="1026" creationId="{EBACC4E6-3BF5-D949-F44B-87518A14EE90}"/>
          </ac:picMkLst>
        </pc:picChg>
      </pc:sldChg>
      <pc:sldChg chg="addSp modSp add mod">
        <pc:chgData name="Montazeri Amirmohammad" userId="14ff55ea-1130-4eaf-8ccc-034b5b7c25f7" providerId="ADAL" clId="{350A065B-EB90-46D0-BEBC-19D9BCE43320}" dt="2026-03-11T01:27:56.254" v="1161" actId="1076"/>
        <pc:sldMkLst>
          <pc:docMk/>
          <pc:sldMk cId="3979785706" sldId="260"/>
        </pc:sldMkLst>
        <pc:spChg chg="mod">
          <ac:chgData name="Montazeri Amirmohammad" userId="14ff55ea-1130-4eaf-8ccc-034b5b7c25f7" providerId="ADAL" clId="{350A065B-EB90-46D0-BEBC-19D9BCE43320}" dt="2026-03-11T01:27:47.282" v="1159" actId="14100"/>
          <ac:spMkLst>
            <pc:docMk/>
            <pc:sldMk cId="3979785706" sldId="260"/>
            <ac:spMk id="2" creationId="{2DBEEC2F-84D8-909A-0AC5-72B983A328B1}"/>
          </ac:spMkLst>
        </pc:spChg>
        <pc:picChg chg="mod">
          <ac:chgData name="Montazeri Amirmohammad" userId="14ff55ea-1130-4eaf-8ccc-034b5b7c25f7" providerId="ADAL" clId="{350A065B-EB90-46D0-BEBC-19D9BCE43320}" dt="2026-03-11T01:25:26.142" v="1030" actId="1038"/>
          <ac:picMkLst>
            <pc:docMk/>
            <pc:sldMk cId="3979785706" sldId="260"/>
            <ac:picMk id="1026" creationId="{82F3B79D-90A0-8633-C117-2DB69A269A8B}"/>
          </ac:picMkLst>
        </pc:picChg>
        <pc:picChg chg="add mod">
          <ac:chgData name="Montazeri Amirmohammad" userId="14ff55ea-1130-4eaf-8ccc-034b5b7c25f7" providerId="ADAL" clId="{350A065B-EB90-46D0-BEBC-19D9BCE43320}" dt="2026-03-11T01:27:56.254" v="1161" actId="1076"/>
          <ac:picMkLst>
            <pc:docMk/>
            <pc:sldMk cId="3979785706" sldId="260"/>
            <ac:picMk id="2050" creationId="{4FEB112B-563F-ED8A-03BD-626B7812BE07}"/>
          </ac:picMkLst>
        </pc:picChg>
      </pc:sldChg>
      <pc:sldChg chg="addSp delSp modSp add mod modAnim">
        <pc:chgData name="Montazeri Amirmohammad" userId="14ff55ea-1130-4eaf-8ccc-034b5b7c25f7" providerId="ADAL" clId="{350A065B-EB90-46D0-BEBC-19D9BCE43320}" dt="2026-03-11T01:44:29.300" v="1598"/>
        <pc:sldMkLst>
          <pc:docMk/>
          <pc:sldMk cId="1725047365" sldId="261"/>
        </pc:sldMkLst>
        <pc:spChg chg="mod">
          <ac:chgData name="Montazeri Amirmohammad" userId="14ff55ea-1130-4eaf-8ccc-034b5b7c25f7" providerId="ADAL" clId="{350A065B-EB90-46D0-BEBC-19D9BCE43320}" dt="2026-03-11T01:37:37.323" v="1550" actId="1076"/>
          <ac:spMkLst>
            <pc:docMk/>
            <pc:sldMk cId="1725047365" sldId="261"/>
            <ac:spMk id="2" creationId="{3862B22C-A131-7096-C46F-F48588D8C522}"/>
          </ac:spMkLst>
        </pc:spChg>
        <pc:spChg chg="add mod">
          <ac:chgData name="Montazeri Amirmohammad" userId="14ff55ea-1130-4eaf-8ccc-034b5b7c25f7" providerId="ADAL" clId="{350A065B-EB90-46D0-BEBC-19D9BCE43320}" dt="2026-03-11T01:41:50.133" v="1573" actId="1076"/>
          <ac:spMkLst>
            <pc:docMk/>
            <pc:sldMk cId="1725047365" sldId="261"/>
            <ac:spMk id="3" creationId="{DF84D2EC-5AE1-A3C4-68E1-6587B56B4E96}"/>
          </ac:spMkLst>
        </pc:spChg>
        <pc:spChg chg="add mod">
          <ac:chgData name="Montazeri Amirmohammad" userId="14ff55ea-1130-4eaf-8ccc-034b5b7c25f7" providerId="ADAL" clId="{350A065B-EB90-46D0-BEBC-19D9BCE43320}" dt="2026-03-11T01:44:24.742" v="1597" actId="1076"/>
          <ac:spMkLst>
            <pc:docMk/>
            <pc:sldMk cId="1725047365" sldId="261"/>
            <ac:spMk id="6" creationId="{F7AB5120-67C2-CD13-3A9B-140964CE6347}"/>
          </ac:spMkLst>
        </pc:spChg>
        <pc:picChg chg="del">
          <ac:chgData name="Montazeri Amirmohammad" userId="14ff55ea-1130-4eaf-8ccc-034b5b7c25f7" providerId="ADAL" clId="{350A065B-EB90-46D0-BEBC-19D9BCE43320}" dt="2026-03-11T01:28:47.512" v="1271" actId="478"/>
          <ac:picMkLst>
            <pc:docMk/>
            <pc:sldMk cId="1725047365" sldId="261"/>
            <ac:picMk id="1026" creationId="{4C06E37A-A895-858A-8022-2ED87B959791}"/>
          </ac:picMkLst>
        </pc:picChg>
        <pc:picChg chg="mod">
          <ac:chgData name="Montazeri Amirmohammad" userId="14ff55ea-1130-4eaf-8ccc-034b5b7c25f7" providerId="ADAL" clId="{350A065B-EB90-46D0-BEBC-19D9BCE43320}" dt="2026-03-11T01:28:53.773" v="1387" actId="1037"/>
          <ac:picMkLst>
            <pc:docMk/>
            <pc:sldMk cId="1725047365" sldId="261"/>
            <ac:picMk id="2050" creationId="{5482B803-5939-32FE-7BCE-79B47362F5B6}"/>
          </ac:picMkLst>
        </pc:picChg>
      </pc:sldChg>
      <pc:sldChg chg="addSp delSp modSp add mod delAnim modAnim">
        <pc:chgData name="Montazeri Amirmohammad" userId="14ff55ea-1130-4eaf-8ccc-034b5b7c25f7" providerId="ADAL" clId="{350A065B-EB90-46D0-BEBC-19D9BCE43320}" dt="2026-03-11T02:09:05.845" v="1906" actId="1035"/>
        <pc:sldMkLst>
          <pc:docMk/>
          <pc:sldMk cId="3346343427" sldId="262"/>
        </pc:sldMkLst>
        <pc:spChg chg="mod">
          <ac:chgData name="Montazeri Amirmohammad" userId="14ff55ea-1130-4eaf-8ccc-034b5b7c25f7" providerId="ADAL" clId="{350A065B-EB90-46D0-BEBC-19D9BCE43320}" dt="2026-03-11T01:59:45.453" v="1792" actId="14100"/>
          <ac:spMkLst>
            <pc:docMk/>
            <pc:sldMk cId="3346343427" sldId="262"/>
            <ac:spMk id="2" creationId="{E13E6593-9EA8-9D71-536D-D51985740EB2}"/>
          </ac:spMkLst>
        </pc:spChg>
        <pc:spChg chg="mod">
          <ac:chgData name="Montazeri Amirmohammad" userId="14ff55ea-1130-4eaf-8ccc-034b5b7c25f7" providerId="ADAL" clId="{350A065B-EB90-46D0-BEBC-19D9BCE43320}" dt="2026-03-11T01:58:44.144" v="1631" actId="207"/>
          <ac:spMkLst>
            <pc:docMk/>
            <pc:sldMk cId="3346343427" sldId="262"/>
            <ac:spMk id="3" creationId="{D1DCC3DF-DFB8-22F5-CD88-33C983258470}"/>
          </ac:spMkLst>
        </pc:spChg>
        <pc:spChg chg="del mod">
          <ac:chgData name="Montazeri Amirmohammad" userId="14ff55ea-1130-4eaf-8ccc-034b5b7c25f7" providerId="ADAL" clId="{350A065B-EB90-46D0-BEBC-19D9BCE43320}" dt="2026-03-11T01:58:29.740" v="1628" actId="478"/>
          <ac:spMkLst>
            <pc:docMk/>
            <pc:sldMk cId="3346343427" sldId="262"/>
            <ac:spMk id="6" creationId="{FA93D1D0-0690-45EA-8FC9-7FCA491DA65E}"/>
          </ac:spMkLst>
        </pc:spChg>
        <pc:picChg chg="add del">
          <ac:chgData name="Montazeri Amirmohammad" userId="14ff55ea-1130-4eaf-8ccc-034b5b7c25f7" providerId="ADAL" clId="{350A065B-EB90-46D0-BEBC-19D9BCE43320}" dt="2026-03-11T02:01:15.558" v="1794" actId="22"/>
          <ac:picMkLst>
            <pc:docMk/>
            <pc:sldMk cId="3346343427" sldId="262"/>
            <ac:picMk id="8" creationId="{0C374CBB-6951-AB43-CBD9-200CF00F2AC2}"/>
          </ac:picMkLst>
        </pc:picChg>
        <pc:picChg chg="add mod">
          <ac:chgData name="Montazeri Amirmohammad" userId="14ff55ea-1130-4eaf-8ccc-034b5b7c25f7" providerId="ADAL" clId="{350A065B-EB90-46D0-BEBC-19D9BCE43320}" dt="2026-03-11T02:01:31.839" v="1798" actId="1076"/>
          <ac:picMkLst>
            <pc:docMk/>
            <pc:sldMk cId="3346343427" sldId="262"/>
            <ac:picMk id="10" creationId="{438C2676-BB3A-AFC7-4C52-C00761C12A8E}"/>
          </ac:picMkLst>
        </pc:picChg>
        <pc:picChg chg="add mod">
          <ac:chgData name="Montazeri Amirmohammad" userId="14ff55ea-1130-4eaf-8ccc-034b5b7c25f7" providerId="ADAL" clId="{350A065B-EB90-46D0-BEBC-19D9BCE43320}" dt="2026-03-11T02:09:05.845" v="1906" actId="1035"/>
          <ac:picMkLst>
            <pc:docMk/>
            <pc:sldMk cId="3346343427" sldId="262"/>
            <ac:picMk id="11" creationId="{A5EB826B-D056-9A01-8D1B-2C32E7AFC60A}"/>
          </ac:picMkLst>
        </pc:picChg>
        <pc:picChg chg="del">
          <ac:chgData name="Montazeri Amirmohammad" userId="14ff55ea-1130-4eaf-8ccc-034b5b7c25f7" providerId="ADAL" clId="{350A065B-EB90-46D0-BEBC-19D9BCE43320}" dt="2026-03-11T01:45:04.224" v="1600" actId="478"/>
          <ac:picMkLst>
            <pc:docMk/>
            <pc:sldMk cId="3346343427" sldId="262"/>
            <ac:picMk id="2050" creationId="{D0682584-9C0B-1968-D017-BCAD2957ECBD}"/>
          </ac:picMkLst>
        </pc:picChg>
      </pc:sldChg>
      <pc:sldChg chg="addSp delSp modSp add mod ord">
        <pc:chgData name="Montazeri Amirmohammad" userId="14ff55ea-1130-4eaf-8ccc-034b5b7c25f7" providerId="ADAL" clId="{350A065B-EB90-46D0-BEBC-19D9BCE43320}" dt="2026-03-11T02:09:16.847" v="1908" actId="1076"/>
        <pc:sldMkLst>
          <pc:docMk/>
          <pc:sldMk cId="3187382795" sldId="263"/>
        </pc:sldMkLst>
        <pc:spChg chg="mod">
          <ac:chgData name="Montazeri Amirmohammad" userId="14ff55ea-1130-4eaf-8ccc-034b5b7c25f7" providerId="ADAL" clId="{350A065B-EB90-46D0-BEBC-19D9BCE43320}" dt="2026-03-11T02:09:13.256" v="1907" actId="1076"/>
          <ac:spMkLst>
            <pc:docMk/>
            <pc:sldMk cId="3187382795" sldId="263"/>
            <ac:spMk id="2" creationId="{F1D8364A-D1A5-5EB7-0C12-5BF72B4440DC}"/>
          </ac:spMkLst>
        </pc:spChg>
        <pc:spChg chg="mod">
          <ac:chgData name="Montazeri Amirmohammad" userId="14ff55ea-1130-4eaf-8ccc-034b5b7c25f7" providerId="ADAL" clId="{350A065B-EB90-46D0-BEBC-19D9BCE43320}" dt="2026-03-11T02:06:43.548" v="1811" actId="20577"/>
          <ac:spMkLst>
            <pc:docMk/>
            <pc:sldMk cId="3187382795" sldId="263"/>
            <ac:spMk id="5" creationId="{74BAB6DD-D70A-1921-3B05-D971A799903A}"/>
          </ac:spMkLst>
        </pc:spChg>
        <pc:spChg chg="add">
          <ac:chgData name="Montazeri Amirmohammad" userId="14ff55ea-1130-4eaf-8ccc-034b5b7c25f7" providerId="ADAL" clId="{350A065B-EB90-46D0-BEBC-19D9BCE43320}" dt="2026-03-11T02:07:44.502" v="1827"/>
          <ac:spMkLst>
            <pc:docMk/>
            <pc:sldMk cId="3187382795" sldId="263"/>
            <ac:spMk id="6" creationId="{961E8BE7-9E2B-B64E-3934-29D5D183E7CE}"/>
          </ac:spMkLst>
        </pc:spChg>
        <pc:spChg chg="add mod">
          <ac:chgData name="Montazeri Amirmohammad" userId="14ff55ea-1130-4eaf-8ccc-034b5b7c25f7" providerId="ADAL" clId="{350A065B-EB90-46D0-BEBC-19D9BCE43320}" dt="2026-03-11T02:07:52.595" v="1830" actId="14100"/>
          <ac:spMkLst>
            <pc:docMk/>
            <pc:sldMk cId="3187382795" sldId="263"/>
            <ac:spMk id="7" creationId="{F37EDACF-8456-B578-57B0-4C758218BB69}"/>
          </ac:spMkLst>
        </pc:spChg>
        <pc:spChg chg="add">
          <ac:chgData name="Montazeri Amirmohammad" userId="14ff55ea-1130-4eaf-8ccc-034b5b7c25f7" providerId="ADAL" clId="{350A065B-EB90-46D0-BEBC-19D9BCE43320}" dt="2026-03-11T02:08:01.163" v="1831"/>
          <ac:spMkLst>
            <pc:docMk/>
            <pc:sldMk cId="3187382795" sldId="263"/>
            <ac:spMk id="8" creationId="{166FB6A2-8930-8EDF-492F-87CDCF34D5F1}"/>
          </ac:spMkLst>
        </pc:spChg>
        <pc:spChg chg="add">
          <ac:chgData name="Montazeri Amirmohammad" userId="14ff55ea-1130-4eaf-8ccc-034b5b7c25f7" providerId="ADAL" clId="{350A065B-EB90-46D0-BEBC-19D9BCE43320}" dt="2026-03-11T02:08:04.661" v="1832"/>
          <ac:spMkLst>
            <pc:docMk/>
            <pc:sldMk cId="3187382795" sldId="263"/>
            <ac:spMk id="9" creationId="{6132BF17-0466-1F2F-EE59-B468A4A0E6CD}"/>
          </ac:spMkLst>
        </pc:spChg>
        <pc:spChg chg="add mod">
          <ac:chgData name="Montazeri Amirmohammad" userId="14ff55ea-1130-4eaf-8ccc-034b5b7c25f7" providerId="ADAL" clId="{350A065B-EB90-46D0-BEBC-19D9BCE43320}" dt="2026-03-11T02:08:05.706" v="1834"/>
          <ac:spMkLst>
            <pc:docMk/>
            <pc:sldMk cId="3187382795" sldId="263"/>
            <ac:spMk id="10" creationId="{AF61B6CE-0267-A182-5818-7F3154E29445}"/>
          </ac:spMkLst>
        </pc:spChg>
        <pc:picChg chg="del">
          <ac:chgData name="Montazeri Amirmohammad" userId="14ff55ea-1130-4eaf-8ccc-034b5b7c25f7" providerId="ADAL" clId="{350A065B-EB90-46D0-BEBC-19D9BCE43320}" dt="2026-03-11T02:05:55.090" v="1803" actId="478"/>
          <ac:picMkLst>
            <pc:docMk/>
            <pc:sldMk cId="3187382795" sldId="263"/>
            <ac:picMk id="3" creationId="{6620352D-F1B4-EE74-FDC2-7CC589DDF9B8}"/>
          </ac:picMkLst>
        </pc:picChg>
        <pc:picChg chg="add mod">
          <ac:chgData name="Montazeri Amirmohammad" userId="14ff55ea-1130-4eaf-8ccc-034b5b7c25f7" providerId="ADAL" clId="{350A065B-EB90-46D0-BEBC-19D9BCE43320}" dt="2026-03-11T02:09:16.847" v="1908" actId="1076"/>
          <ac:picMkLst>
            <pc:docMk/>
            <pc:sldMk cId="3187382795" sldId="263"/>
            <ac:picMk id="12" creationId="{A7A3AF2E-7A33-C756-BDCC-336D3501561A}"/>
          </ac:picMkLst>
        </pc:picChg>
        <pc:picChg chg="del">
          <ac:chgData name="Montazeri Amirmohammad" userId="14ff55ea-1130-4eaf-8ccc-034b5b7c25f7" providerId="ADAL" clId="{350A065B-EB90-46D0-BEBC-19D9BCE43320}" dt="2026-03-11T02:05:56.962" v="1804" actId="478"/>
          <ac:picMkLst>
            <pc:docMk/>
            <pc:sldMk cId="3187382795" sldId="263"/>
            <ac:picMk id="1026" creationId="{8B545159-9157-4041-E554-E49AAACB8947}"/>
          </ac:picMkLst>
        </pc:picChg>
      </pc:sldChg>
      <pc:sldChg chg="addSp delSp modSp add mod modAnim">
        <pc:chgData name="Montazeri Amirmohammad" userId="14ff55ea-1130-4eaf-8ccc-034b5b7c25f7" providerId="ADAL" clId="{350A065B-EB90-46D0-BEBC-19D9BCE43320}" dt="2026-03-11T05:11:18.106" v="2858" actId="20577"/>
        <pc:sldMkLst>
          <pc:docMk/>
          <pc:sldMk cId="2505295565" sldId="264"/>
        </pc:sldMkLst>
        <pc:spChg chg="mod">
          <ac:chgData name="Montazeri Amirmohammad" userId="14ff55ea-1130-4eaf-8ccc-034b5b7c25f7" providerId="ADAL" clId="{350A065B-EB90-46D0-BEBC-19D9BCE43320}" dt="2026-03-11T04:30:55.830" v="2110" actId="20577"/>
          <ac:spMkLst>
            <pc:docMk/>
            <pc:sldMk cId="2505295565" sldId="264"/>
            <ac:spMk id="2" creationId="{D41E15DF-5F52-D967-024B-B364C339BE7A}"/>
          </ac:spMkLst>
        </pc:spChg>
        <pc:spChg chg="add mod">
          <ac:chgData name="Montazeri Amirmohammad" userId="14ff55ea-1130-4eaf-8ccc-034b5b7c25f7" providerId="ADAL" clId="{350A065B-EB90-46D0-BEBC-19D9BCE43320}" dt="2026-03-11T05:11:13.934" v="2856" actId="20577"/>
          <ac:spMkLst>
            <pc:docMk/>
            <pc:sldMk cId="2505295565" sldId="264"/>
            <ac:spMk id="3" creationId="{A4F89DBE-8997-7150-C29A-DD0898F88C46}"/>
          </ac:spMkLst>
        </pc:spChg>
        <pc:spChg chg="add mod">
          <ac:chgData name="Montazeri Amirmohammad" userId="14ff55ea-1130-4eaf-8ccc-034b5b7c25f7" providerId="ADAL" clId="{350A065B-EB90-46D0-BEBC-19D9BCE43320}" dt="2026-03-11T04:35:57.740" v="2130" actId="1076"/>
          <ac:spMkLst>
            <pc:docMk/>
            <pc:sldMk cId="2505295565" sldId="264"/>
            <ac:spMk id="6" creationId="{2479C05D-50E1-CFB1-0634-19C15AB6C053}"/>
          </ac:spMkLst>
        </pc:spChg>
        <pc:spChg chg="add mod">
          <ac:chgData name="Montazeri Amirmohammad" userId="14ff55ea-1130-4eaf-8ccc-034b5b7c25f7" providerId="ADAL" clId="{350A065B-EB90-46D0-BEBC-19D9BCE43320}" dt="2026-03-11T05:11:18.106" v="2858" actId="20577"/>
          <ac:spMkLst>
            <pc:docMk/>
            <pc:sldMk cId="2505295565" sldId="264"/>
            <ac:spMk id="7" creationId="{277A8175-906F-CAA5-31AC-A8941B3D5D9E}"/>
          </ac:spMkLst>
        </pc:spChg>
        <pc:spChg chg="add del mod">
          <ac:chgData name="Montazeri Amirmohammad" userId="14ff55ea-1130-4eaf-8ccc-034b5b7c25f7" providerId="ADAL" clId="{350A065B-EB90-46D0-BEBC-19D9BCE43320}" dt="2026-03-11T04:35:51.924" v="2129" actId="478"/>
          <ac:spMkLst>
            <pc:docMk/>
            <pc:sldMk cId="2505295565" sldId="264"/>
            <ac:spMk id="8" creationId="{97308818-1628-8C65-6BD0-6DBF12FE5C07}"/>
          </ac:spMkLst>
        </pc:spChg>
        <pc:picChg chg="mod">
          <ac:chgData name="Montazeri Amirmohammad" userId="14ff55ea-1130-4eaf-8ccc-034b5b7c25f7" providerId="ADAL" clId="{350A065B-EB90-46D0-BEBC-19D9BCE43320}" dt="2026-03-11T02:09:46.164" v="1996" actId="1035"/>
          <ac:picMkLst>
            <pc:docMk/>
            <pc:sldMk cId="2505295565" sldId="264"/>
            <ac:picMk id="12" creationId="{3C6B6BD2-DCB2-AED7-C6D9-64E8B61C6865}"/>
          </ac:picMkLst>
        </pc:picChg>
      </pc:sldChg>
      <pc:sldChg chg="delSp modSp add mod delAnim modNotesTx">
        <pc:chgData name="Montazeri Amirmohammad" userId="14ff55ea-1130-4eaf-8ccc-034b5b7c25f7" providerId="ADAL" clId="{350A065B-EB90-46D0-BEBC-19D9BCE43320}" dt="2026-03-11T04:39:52.872" v="2152" actId="20577"/>
        <pc:sldMkLst>
          <pc:docMk/>
          <pc:sldMk cId="504643310" sldId="265"/>
        </pc:sldMkLst>
        <pc:spChg chg="mod">
          <ac:chgData name="Montazeri Amirmohammad" userId="14ff55ea-1130-4eaf-8ccc-034b5b7c25f7" providerId="ADAL" clId="{350A065B-EB90-46D0-BEBC-19D9BCE43320}" dt="2026-03-11T04:37:03.376" v="2147" actId="1076"/>
          <ac:spMkLst>
            <pc:docMk/>
            <pc:sldMk cId="504643310" sldId="265"/>
            <ac:spMk id="2" creationId="{8844A79D-464D-D59D-CB30-74C555AFF5DE}"/>
          </ac:spMkLst>
        </pc:spChg>
        <pc:spChg chg="del">
          <ac:chgData name="Montazeri Amirmohammad" userId="14ff55ea-1130-4eaf-8ccc-034b5b7c25f7" providerId="ADAL" clId="{350A065B-EB90-46D0-BEBC-19D9BCE43320}" dt="2026-03-11T04:36:18.952" v="2135" actId="478"/>
          <ac:spMkLst>
            <pc:docMk/>
            <pc:sldMk cId="504643310" sldId="265"/>
            <ac:spMk id="3" creationId="{8A077291-8BDB-E8FF-309D-A1F42B077C10}"/>
          </ac:spMkLst>
        </pc:spChg>
        <pc:spChg chg="del">
          <ac:chgData name="Montazeri Amirmohammad" userId="14ff55ea-1130-4eaf-8ccc-034b5b7c25f7" providerId="ADAL" clId="{350A065B-EB90-46D0-BEBC-19D9BCE43320}" dt="2026-03-11T04:36:17.601" v="2134" actId="478"/>
          <ac:spMkLst>
            <pc:docMk/>
            <pc:sldMk cId="504643310" sldId="265"/>
            <ac:spMk id="6" creationId="{D7EBA97A-6257-BFA3-4526-B686B45ADED1}"/>
          </ac:spMkLst>
        </pc:spChg>
        <pc:spChg chg="del mod">
          <ac:chgData name="Montazeri Amirmohammad" userId="14ff55ea-1130-4eaf-8ccc-034b5b7c25f7" providerId="ADAL" clId="{350A065B-EB90-46D0-BEBC-19D9BCE43320}" dt="2026-03-11T04:37:05.810" v="2148" actId="478"/>
          <ac:spMkLst>
            <pc:docMk/>
            <pc:sldMk cId="504643310" sldId="265"/>
            <ac:spMk id="7" creationId="{76987B9E-340E-2A86-D25C-5C791E4563C9}"/>
          </ac:spMkLst>
        </pc:spChg>
        <pc:picChg chg="del">
          <ac:chgData name="Montazeri Amirmohammad" userId="14ff55ea-1130-4eaf-8ccc-034b5b7c25f7" providerId="ADAL" clId="{350A065B-EB90-46D0-BEBC-19D9BCE43320}" dt="2026-03-11T04:36:15.023" v="2133" actId="478"/>
          <ac:picMkLst>
            <pc:docMk/>
            <pc:sldMk cId="504643310" sldId="265"/>
            <ac:picMk id="12" creationId="{E9CB1FE1-9C85-5F2F-7F89-4BCB5C915CC4}"/>
          </ac:picMkLst>
        </pc:picChg>
      </pc:sldChg>
      <pc:sldChg chg="addSp modSp add mod">
        <pc:chgData name="Montazeri Amirmohammad" userId="14ff55ea-1130-4eaf-8ccc-034b5b7c25f7" providerId="ADAL" clId="{350A065B-EB90-46D0-BEBC-19D9BCE43320}" dt="2026-03-11T04:40:59.041" v="2246" actId="1035"/>
        <pc:sldMkLst>
          <pc:docMk/>
          <pc:sldMk cId="1723033304" sldId="266"/>
        </pc:sldMkLst>
        <pc:spChg chg="mod">
          <ac:chgData name="Montazeri Amirmohammad" userId="14ff55ea-1130-4eaf-8ccc-034b5b7c25f7" providerId="ADAL" clId="{350A065B-EB90-46D0-BEBC-19D9BCE43320}" dt="2026-03-11T04:39:42.674" v="2151" actId="207"/>
          <ac:spMkLst>
            <pc:docMk/>
            <pc:sldMk cId="1723033304" sldId="266"/>
            <ac:spMk id="2" creationId="{9DA4D097-C43C-6B9F-9557-BC33F9DA792E}"/>
          </ac:spMkLst>
        </pc:spChg>
        <pc:picChg chg="add mod">
          <ac:chgData name="Montazeri Amirmohammad" userId="14ff55ea-1130-4eaf-8ccc-034b5b7c25f7" providerId="ADAL" clId="{350A065B-EB90-46D0-BEBC-19D9BCE43320}" dt="2026-03-11T04:40:59.041" v="2246" actId="1035"/>
          <ac:picMkLst>
            <pc:docMk/>
            <pc:sldMk cId="1723033304" sldId="266"/>
            <ac:picMk id="3" creationId="{D343FF23-575D-A080-8284-BCCAF97AFEA6}"/>
          </ac:picMkLst>
        </pc:picChg>
      </pc:sldChg>
      <pc:sldChg chg="addSp modSp add mod modNotesTx">
        <pc:chgData name="Montazeri Amirmohammad" userId="14ff55ea-1130-4eaf-8ccc-034b5b7c25f7" providerId="ADAL" clId="{350A065B-EB90-46D0-BEBC-19D9BCE43320}" dt="2026-03-11T04:40:41.271" v="2158" actId="1076"/>
        <pc:sldMkLst>
          <pc:docMk/>
          <pc:sldMk cId="2803135278" sldId="267"/>
        </pc:sldMkLst>
        <pc:picChg chg="add mod">
          <ac:chgData name="Montazeri Amirmohammad" userId="14ff55ea-1130-4eaf-8ccc-034b5b7c25f7" providerId="ADAL" clId="{350A065B-EB90-46D0-BEBC-19D9BCE43320}" dt="2026-03-11T04:40:41.271" v="2158" actId="1076"/>
          <ac:picMkLst>
            <pc:docMk/>
            <pc:sldMk cId="2803135278" sldId="267"/>
            <ac:picMk id="6" creationId="{E627829C-E533-53E0-1774-A825DA563EAA}"/>
          </ac:picMkLst>
        </pc:picChg>
      </pc:sldChg>
      <pc:sldChg chg="addSp delSp modSp add mod">
        <pc:chgData name="Montazeri Amirmohammad" userId="14ff55ea-1130-4eaf-8ccc-034b5b7c25f7" providerId="ADAL" clId="{350A065B-EB90-46D0-BEBC-19D9BCE43320}" dt="2026-03-11T04:46:48.737" v="2389" actId="1076"/>
        <pc:sldMkLst>
          <pc:docMk/>
          <pc:sldMk cId="1111674387" sldId="268"/>
        </pc:sldMkLst>
        <pc:spChg chg="del">
          <ac:chgData name="Montazeri Amirmohammad" userId="14ff55ea-1130-4eaf-8ccc-034b5b7c25f7" providerId="ADAL" clId="{350A065B-EB90-46D0-BEBC-19D9BCE43320}" dt="2026-03-11T04:41:42.252" v="2254" actId="478"/>
          <ac:spMkLst>
            <pc:docMk/>
            <pc:sldMk cId="1111674387" sldId="268"/>
            <ac:spMk id="2" creationId="{9D8F419B-AC89-867E-0780-F0D7D81F43B2}"/>
          </ac:spMkLst>
        </pc:spChg>
        <pc:spChg chg="add mod">
          <ac:chgData name="Montazeri Amirmohammad" userId="14ff55ea-1130-4eaf-8ccc-034b5b7c25f7" providerId="ADAL" clId="{350A065B-EB90-46D0-BEBC-19D9BCE43320}" dt="2026-03-11T04:46:06.416" v="2380" actId="1076"/>
          <ac:spMkLst>
            <pc:docMk/>
            <pc:sldMk cId="1111674387" sldId="268"/>
            <ac:spMk id="3" creationId="{CDCAC4FD-E4C7-7C34-BC58-02A084E516D8}"/>
          </ac:spMkLst>
        </pc:spChg>
        <pc:spChg chg="mod">
          <ac:chgData name="Montazeri Amirmohammad" userId="14ff55ea-1130-4eaf-8ccc-034b5b7c25f7" providerId="ADAL" clId="{350A065B-EB90-46D0-BEBC-19D9BCE43320}" dt="2026-03-11T04:41:35.304" v="2253"/>
          <ac:spMkLst>
            <pc:docMk/>
            <pc:sldMk cId="1111674387" sldId="268"/>
            <ac:spMk id="5" creationId="{D286EDD0-487D-1BF7-E80F-806000B8134C}"/>
          </ac:spMkLst>
        </pc:spChg>
        <pc:spChg chg="add mod">
          <ac:chgData name="Montazeri Amirmohammad" userId="14ff55ea-1130-4eaf-8ccc-034b5b7c25f7" providerId="ADAL" clId="{350A065B-EB90-46D0-BEBC-19D9BCE43320}" dt="2026-03-11T04:46:48.737" v="2389" actId="1076"/>
          <ac:spMkLst>
            <pc:docMk/>
            <pc:sldMk cId="1111674387" sldId="268"/>
            <ac:spMk id="7" creationId="{865278E7-F519-44B4-F99E-1523C17F31C9}"/>
          </ac:spMkLst>
        </pc:spChg>
        <pc:picChg chg="del">
          <ac:chgData name="Montazeri Amirmohammad" userId="14ff55ea-1130-4eaf-8ccc-034b5b7c25f7" providerId="ADAL" clId="{350A065B-EB90-46D0-BEBC-19D9BCE43320}" dt="2026-03-11T04:41:14.416" v="2248" actId="478"/>
          <ac:picMkLst>
            <pc:docMk/>
            <pc:sldMk cId="1111674387" sldId="268"/>
            <ac:picMk id="6" creationId="{D219EF03-A807-AF49-CC09-6AC04E93F03A}"/>
          </ac:picMkLst>
        </pc:picChg>
        <pc:picChg chg="add mod">
          <ac:chgData name="Montazeri Amirmohammad" userId="14ff55ea-1130-4eaf-8ccc-034b5b7c25f7" providerId="ADAL" clId="{350A065B-EB90-46D0-BEBC-19D9BCE43320}" dt="2026-03-11T04:46:10.997" v="2381" actId="1076"/>
          <ac:picMkLst>
            <pc:docMk/>
            <pc:sldMk cId="1111674387" sldId="268"/>
            <ac:picMk id="1026" creationId="{9756B819-0B9B-FE97-F1ED-375F53009AB6}"/>
          </ac:picMkLst>
        </pc:picChg>
      </pc:sldChg>
      <pc:sldChg chg="addSp delSp modSp add mod modAnim">
        <pc:chgData name="Montazeri Amirmohammad" userId="14ff55ea-1130-4eaf-8ccc-034b5b7c25f7" providerId="ADAL" clId="{350A065B-EB90-46D0-BEBC-19D9BCE43320}" dt="2026-03-11T04:51:41.793" v="2463" actId="1076"/>
        <pc:sldMkLst>
          <pc:docMk/>
          <pc:sldMk cId="774005816" sldId="269"/>
        </pc:sldMkLst>
        <pc:spChg chg="mod">
          <ac:chgData name="Montazeri Amirmohammad" userId="14ff55ea-1130-4eaf-8ccc-034b5b7c25f7" providerId="ADAL" clId="{350A065B-EB90-46D0-BEBC-19D9BCE43320}" dt="2026-03-11T04:49:10.641" v="2408" actId="1076"/>
          <ac:spMkLst>
            <pc:docMk/>
            <pc:sldMk cId="774005816" sldId="269"/>
            <ac:spMk id="3" creationId="{0EDCC9A8-297E-A00D-B6B7-A40A4ABF0552}"/>
          </ac:spMkLst>
        </pc:spChg>
        <pc:spChg chg="add mod">
          <ac:chgData name="Montazeri Amirmohammad" userId="14ff55ea-1130-4eaf-8ccc-034b5b7c25f7" providerId="ADAL" clId="{350A065B-EB90-46D0-BEBC-19D9BCE43320}" dt="2026-03-11T04:49:32.038" v="2416" actId="20577"/>
          <ac:spMkLst>
            <pc:docMk/>
            <pc:sldMk cId="774005816" sldId="269"/>
            <ac:spMk id="6" creationId="{3EEFE3D1-3A8D-95E0-0122-AC45DD9CB172}"/>
          </ac:spMkLst>
        </pc:spChg>
        <pc:spChg chg="del">
          <ac:chgData name="Montazeri Amirmohammad" userId="14ff55ea-1130-4eaf-8ccc-034b5b7c25f7" providerId="ADAL" clId="{350A065B-EB90-46D0-BEBC-19D9BCE43320}" dt="2026-03-11T04:47:05.524" v="2391" actId="478"/>
          <ac:spMkLst>
            <pc:docMk/>
            <pc:sldMk cId="774005816" sldId="269"/>
            <ac:spMk id="7" creationId="{3E67AAF4-8DCF-8440-19E9-7DBA1D92AD9E}"/>
          </ac:spMkLst>
        </pc:spChg>
        <pc:spChg chg="add mod">
          <ac:chgData name="Montazeri Amirmohammad" userId="14ff55ea-1130-4eaf-8ccc-034b5b7c25f7" providerId="ADAL" clId="{350A065B-EB90-46D0-BEBC-19D9BCE43320}" dt="2026-03-11T04:50:03.425" v="2420" actId="1076"/>
          <ac:spMkLst>
            <pc:docMk/>
            <pc:sldMk cId="774005816" sldId="269"/>
            <ac:spMk id="8" creationId="{08AEC9BD-D3CB-89AA-82B7-C6653667CC91}"/>
          </ac:spMkLst>
        </pc:spChg>
        <pc:spChg chg="add mod">
          <ac:chgData name="Montazeri Amirmohammad" userId="14ff55ea-1130-4eaf-8ccc-034b5b7c25f7" providerId="ADAL" clId="{350A065B-EB90-46D0-BEBC-19D9BCE43320}" dt="2026-03-11T04:50:26.210" v="2425" actId="1076"/>
          <ac:spMkLst>
            <pc:docMk/>
            <pc:sldMk cId="774005816" sldId="269"/>
            <ac:spMk id="9" creationId="{C68FCE1F-418C-9C4E-A11A-4219D143D49D}"/>
          </ac:spMkLst>
        </pc:spChg>
        <pc:spChg chg="add mod">
          <ac:chgData name="Montazeri Amirmohammad" userId="14ff55ea-1130-4eaf-8ccc-034b5b7c25f7" providerId="ADAL" clId="{350A065B-EB90-46D0-BEBC-19D9BCE43320}" dt="2026-03-11T04:51:41.793" v="2463" actId="1076"/>
          <ac:spMkLst>
            <pc:docMk/>
            <pc:sldMk cId="774005816" sldId="269"/>
            <ac:spMk id="10" creationId="{85AFAFBA-13BA-32FF-C3FA-E9A1712A018B}"/>
          </ac:spMkLst>
        </pc:spChg>
        <pc:picChg chg="add mod">
          <ac:chgData name="Montazeri Amirmohammad" userId="14ff55ea-1130-4eaf-8ccc-034b5b7c25f7" providerId="ADAL" clId="{350A065B-EB90-46D0-BEBC-19D9BCE43320}" dt="2026-03-11T04:48:10.276" v="2396" actId="1076"/>
          <ac:picMkLst>
            <pc:docMk/>
            <pc:sldMk cId="774005816" sldId="269"/>
            <ac:picMk id="2" creationId="{1D18DBD1-3740-63A6-CCE7-1211E3CD5FA4}"/>
          </ac:picMkLst>
        </pc:picChg>
        <pc:picChg chg="del">
          <ac:chgData name="Montazeri Amirmohammad" userId="14ff55ea-1130-4eaf-8ccc-034b5b7c25f7" providerId="ADAL" clId="{350A065B-EB90-46D0-BEBC-19D9BCE43320}" dt="2026-03-11T04:47:06.200" v="2392" actId="478"/>
          <ac:picMkLst>
            <pc:docMk/>
            <pc:sldMk cId="774005816" sldId="269"/>
            <ac:picMk id="1026" creationId="{47764DC0-F509-77CE-D0D6-9B8ED05616A6}"/>
          </ac:picMkLst>
        </pc:picChg>
      </pc:sldChg>
      <pc:sldChg chg="addSp delSp modSp add mod delAnim modAnim modNotesTx">
        <pc:chgData name="Montazeri Amirmohammad" userId="14ff55ea-1130-4eaf-8ccc-034b5b7c25f7" providerId="ADAL" clId="{350A065B-EB90-46D0-BEBC-19D9BCE43320}" dt="2026-03-11T05:00:05.051" v="2544" actId="1076"/>
        <pc:sldMkLst>
          <pc:docMk/>
          <pc:sldMk cId="2630397307" sldId="270"/>
        </pc:sldMkLst>
        <pc:spChg chg="mod">
          <ac:chgData name="Montazeri Amirmohammad" userId="14ff55ea-1130-4eaf-8ccc-034b5b7c25f7" providerId="ADAL" clId="{350A065B-EB90-46D0-BEBC-19D9BCE43320}" dt="2026-03-11T04:57:57.614" v="2504" actId="1076"/>
          <ac:spMkLst>
            <pc:docMk/>
            <pc:sldMk cId="2630397307" sldId="270"/>
            <ac:spMk id="3" creationId="{A37DE2EB-8067-6ADC-BA42-9D16DFA4B2B0}"/>
          </ac:spMkLst>
        </pc:spChg>
        <pc:spChg chg="del mod">
          <ac:chgData name="Montazeri Amirmohammad" userId="14ff55ea-1130-4eaf-8ccc-034b5b7c25f7" providerId="ADAL" clId="{350A065B-EB90-46D0-BEBC-19D9BCE43320}" dt="2026-03-11T04:55:28.434" v="2468" actId="478"/>
          <ac:spMkLst>
            <pc:docMk/>
            <pc:sldMk cId="2630397307" sldId="270"/>
            <ac:spMk id="6" creationId="{F780B0B5-18BC-406D-D83F-0EDE33D6A2CB}"/>
          </ac:spMkLst>
        </pc:spChg>
        <pc:spChg chg="add mod">
          <ac:chgData name="Montazeri Amirmohammad" userId="14ff55ea-1130-4eaf-8ccc-034b5b7c25f7" providerId="ADAL" clId="{350A065B-EB90-46D0-BEBC-19D9BCE43320}" dt="2026-03-11T05:00:05.051" v="2544" actId="1076"/>
          <ac:spMkLst>
            <pc:docMk/>
            <pc:sldMk cId="2630397307" sldId="270"/>
            <ac:spMk id="7" creationId="{5334E474-EC01-4F1B-ECDA-5F777043076F}"/>
          </ac:spMkLst>
        </pc:spChg>
        <pc:spChg chg="mod">
          <ac:chgData name="Montazeri Amirmohammad" userId="14ff55ea-1130-4eaf-8ccc-034b5b7c25f7" providerId="ADAL" clId="{350A065B-EB90-46D0-BEBC-19D9BCE43320}" dt="2026-03-11T04:58:02.998" v="2505" actId="1076"/>
          <ac:spMkLst>
            <pc:docMk/>
            <pc:sldMk cId="2630397307" sldId="270"/>
            <ac:spMk id="8" creationId="{FF627CF1-468E-B0B4-8E9D-A642B79ED3EA}"/>
          </ac:spMkLst>
        </pc:spChg>
        <pc:spChg chg="del">
          <ac:chgData name="Montazeri Amirmohammad" userId="14ff55ea-1130-4eaf-8ccc-034b5b7c25f7" providerId="ADAL" clId="{350A065B-EB90-46D0-BEBC-19D9BCE43320}" dt="2026-03-11T04:55:34.220" v="2470" actId="478"/>
          <ac:spMkLst>
            <pc:docMk/>
            <pc:sldMk cId="2630397307" sldId="270"/>
            <ac:spMk id="9" creationId="{DC0CF76E-AE15-DE49-26C7-56252DF185A9}"/>
          </ac:spMkLst>
        </pc:spChg>
        <pc:spChg chg="del">
          <ac:chgData name="Montazeri Amirmohammad" userId="14ff55ea-1130-4eaf-8ccc-034b5b7c25f7" providerId="ADAL" clId="{350A065B-EB90-46D0-BEBC-19D9BCE43320}" dt="2026-03-11T04:55:32.899" v="2469" actId="478"/>
          <ac:spMkLst>
            <pc:docMk/>
            <pc:sldMk cId="2630397307" sldId="270"/>
            <ac:spMk id="10" creationId="{D6623466-A3D5-6F8C-5338-FF88CCB2C615}"/>
          </ac:spMkLst>
        </pc:spChg>
        <pc:picChg chg="del">
          <ac:chgData name="Montazeri Amirmohammad" userId="14ff55ea-1130-4eaf-8ccc-034b5b7c25f7" providerId="ADAL" clId="{350A065B-EB90-46D0-BEBC-19D9BCE43320}" dt="2026-03-11T04:55:21.686" v="2466" actId="478"/>
          <ac:picMkLst>
            <pc:docMk/>
            <pc:sldMk cId="2630397307" sldId="270"/>
            <ac:picMk id="2" creationId="{43963456-06D4-F521-ABA2-3F6A3B70C8B5}"/>
          </ac:picMkLst>
        </pc:picChg>
      </pc:sldChg>
      <pc:sldChg chg="addSp delSp modSp add mod delAnim">
        <pc:chgData name="Montazeri Amirmohammad" userId="14ff55ea-1130-4eaf-8ccc-034b5b7c25f7" providerId="ADAL" clId="{350A065B-EB90-46D0-BEBC-19D9BCE43320}" dt="2026-03-11T05:10:14.071" v="2836" actId="20577"/>
        <pc:sldMkLst>
          <pc:docMk/>
          <pc:sldMk cId="3063055429" sldId="271"/>
        </pc:sldMkLst>
        <pc:spChg chg="add mod">
          <ac:chgData name="Montazeri Amirmohammad" userId="14ff55ea-1130-4eaf-8ccc-034b5b7c25f7" providerId="ADAL" clId="{350A065B-EB90-46D0-BEBC-19D9BCE43320}" dt="2026-03-11T05:10:14.071" v="2836" actId="20577"/>
          <ac:spMkLst>
            <pc:docMk/>
            <pc:sldMk cId="3063055429" sldId="271"/>
            <ac:spMk id="2" creationId="{74895496-CE9B-A3D2-3D01-FF21FB100921}"/>
          </ac:spMkLst>
        </pc:spChg>
        <pc:spChg chg="del">
          <ac:chgData name="Montazeri Amirmohammad" userId="14ff55ea-1130-4eaf-8ccc-034b5b7c25f7" providerId="ADAL" clId="{350A065B-EB90-46D0-BEBC-19D9BCE43320}" dt="2026-03-11T05:00:17.622" v="2549" actId="478"/>
          <ac:spMkLst>
            <pc:docMk/>
            <pc:sldMk cId="3063055429" sldId="271"/>
            <ac:spMk id="3" creationId="{E9E14CE4-22ED-9AD0-D49E-614BB4799F42}"/>
          </ac:spMkLst>
        </pc:spChg>
        <pc:spChg chg="del">
          <ac:chgData name="Montazeri Amirmohammad" userId="14ff55ea-1130-4eaf-8ccc-034b5b7c25f7" providerId="ADAL" clId="{350A065B-EB90-46D0-BEBC-19D9BCE43320}" dt="2026-03-11T05:00:15.730" v="2548" actId="478"/>
          <ac:spMkLst>
            <pc:docMk/>
            <pc:sldMk cId="3063055429" sldId="271"/>
            <ac:spMk id="5" creationId="{8AF658FA-BA13-F9DD-DD3C-B33E4279F869}"/>
          </ac:spMkLst>
        </pc:spChg>
        <pc:spChg chg="add mod">
          <ac:chgData name="Montazeri Amirmohammad" userId="14ff55ea-1130-4eaf-8ccc-034b5b7c25f7" providerId="ADAL" clId="{350A065B-EB90-46D0-BEBC-19D9BCE43320}" dt="2026-03-11T05:09:43.558" v="2834" actId="1076"/>
          <ac:spMkLst>
            <pc:docMk/>
            <pc:sldMk cId="3063055429" sldId="271"/>
            <ac:spMk id="6" creationId="{A9E1BDB2-8E29-1908-8946-D8ECBA907EBF}"/>
          </ac:spMkLst>
        </pc:spChg>
        <pc:spChg chg="del mod">
          <ac:chgData name="Montazeri Amirmohammad" userId="14ff55ea-1130-4eaf-8ccc-034b5b7c25f7" providerId="ADAL" clId="{350A065B-EB90-46D0-BEBC-19D9BCE43320}" dt="2026-03-11T05:00:13.534" v="2547" actId="478"/>
          <ac:spMkLst>
            <pc:docMk/>
            <pc:sldMk cId="3063055429" sldId="271"/>
            <ac:spMk id="7" creationId="{A8666E96-465F-F55B-7C7D-F3BF9F6D9E7C}"/>
          </ac:spMkLst>
        </pc:spChg>
        <pc:spChg chg="del">
          <ac:chgData name="Montazeri Amirmohammad" userId="14ff55ea-1130-4eaf-8ccc-034b5b7c25f7" providerId="ADAL" clId="{350A065B-EB90-46D0-BEBC-19D9BCE43320}" dt="2026-03-11T05:00:19.513" v="2550" actId="478"/>
          <ac:spMkLst>
            <pc:docMk/>
            <pc:sldMk cId="3063055429" sldId="271"/>
            <ac:spMk id="8" creationId="{7665A892-E377-C0F5-E792-A908B8F6BB9D}"/>
          </ac:spMkLst>
        </pc:spChg>
        <pc:spChg chg="add mod">
          <ac:chgData name="Montazeri Amirmohammad" userId="14ff55ea-1130-4eaf-8ccc-034b5b7c25f7" providerId="ADAL" clId="{350A065B-EB90-46D0-BEBC-19D9BCE43320}" dt="2026-03-11T05:09:36.060" v="2831" actId="1076"/>
          <ac:spMkLst>
            <pc:docMk/>
            <pc:sldMk cId="3063055429" sldId="271"/>
            <ac:spMk id="9" creationId="{4CF56F52-BD99-3EA3-BD0B-748E523C4750}"/>
          </ac:spMkLst>
        </pc:spChg>
        <pc:cxnChg chg="mod">
          <ac:chgData name="Montazeri Amirmohammad" userId="14ff55ea-1130-4eaf-8ccc-034b5b7c25f7" providerId="ADAL" clId="{350A065B-EB90-46D0-BEBC-19D9BCE43320}" dt="2026-03-11T05:00:23.431" v="2577" actId="1036"/>
          <ac:cxnSpMkLst>
            <pc:docMk/>
            <pc:sldMk cId="3063055429" sldId="271"/>
            <ac:cxnSpMk id="14" creationId="{D094CFAA-29C4-E136-7731-1A84E511DC4D}"/>
          </ac:cxnSpMkLst>
        </pc:cxnChg>
      </pc:sldChg>
      <pc:sldMasterChg chg="setBg modSldLayout">
        <pc:chgData name="Montazeri Amirmohammad" userId="14ff55ea-1130-4eaf-8ccc-034b5b7c25f7" providerId="ADAL" clId="{350A065B-EB90-46D0-BEBC-19D9BCE43320}" dt="2026-03-10T08:53:23.058" v="145"/>
        <pc:sldMasterMkLst>
          <pc:docMk/>
          <pc:sldMasterMk cId="398757171" sldId="2147483648"/>
        </pc:sldMasterMkLst>
        <pc:sldLayoutChg chg="setBg">
          <pc:chgData name="Montazeri Amirmohammad" userId="14ff55ea-1130-4eaf-8ccc-034b5b7c25f7" providerId="ADAL" clId="{350A065B-EB90-46D0-BEBC-19D9BCE43320}" dt="2026-03-10T08:53:23.058" v="145"/>
          <pc:sldLayoutMkLst>
            <pc:docMk/>
            <pc:sldMasterMk cId="398757171" sldId="2147483648"/>
            <pc:sldLayoutMk cId="3773183305" sldId="2147483649"/>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4048162077" sldId="2147483650"/>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017152360" sldId="2147483651"/>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338721280" sldId="2147483652"/>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255713256" sldId="2147483653"/>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3538824386" sldId="2147483654"/>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2351934881" sldId="2147483655"/>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335504349" sldId="2147483656"/>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4044513173" sldId="2147483657"/>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1532873637" sldId="2147483658"/>
          </pc:sldLayoutMkLst>
        </pc:sldLayoutChg>
        <pc:sldLayoutChg chg="setBg">
          <pc:chgData name="Montazeri Amirmohammad" userId="14ff55ea-1130-4eaf-8ccc-034b5b7c25f7" providerId="ADAL" clId="{350A065B-EB90-46D0-BEBC-19D9BCE43320}" dt="2026-03-10T08:53:23.058" v="145"/>
          <pc:sldLayoutMkLst>
            <pc:docMk/>
            <pc:sldMasterMk cId="398757171" sldId="2147483648"/>
            <pc:sldLayoutMk cId="2295844635" sldId="2147483659"/>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014370-FE23-6AAA-F12C-53C239EB0E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F0D0E05-18EC-BAD5-AC73-115AD578A46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93D688-CDCD-40D6-8D99-17C7F9C82E44}" type="datetimeFigureOut">
              <a:rPr lang="en-US" smtClean="0"/>
              <a:t>03/11/2026</a:t>
            </a:fld>
            <a:endParaRPr lang="en-US"/>
          </a:p>
        </p:txBody>
      </p:sp>
      <p:sp>
        <p:nvSpPr>
          <p:cNvPr id="4" name="Footer Placeholder 3">
            <a:extLst>
              <a:ext uri="{FF2B5EF4-FFF2-40B4-BE49-F238E27FC236}">
                <a16:creationId xmlns:a16="http://schemas.microsoft.com/office/drawing/2014/main" id="{45FB66B6-B43B-4605-889E-21DF726CA0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F8DFEA-EDD2-DF39-6451-02888723198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3AD42E-86FA-4BE6-A1E5-231700EAA068}" type="slidenum">
              <a:rPr lang="en-US" smtClean="0"/>
              <a:t>‹#›</a:t>
            </a:fld>
            <a:endParaRPr lang="en-US"/>
          </a:p>
        </p:txBody>
      </p:sp>
    </p:spTree>
    <p:extLst>
      <p:ext uri="{BB962C8B-B14F-4D97-AF65-F5344CB8AC3E}">
        <p14:creationId xmlns:p14="http://schemas.microsoft.com/office/powerpoint/2010/main" val="13978243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0DF0476-D9A3-4351-BE9E-633314562564}" type="datetimeFigureOut">
              <a:rPr lang="en-US" smtClean="0"/>
              <a:t>03/11/2026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CE215F-F957-4717-86A2-D610F1C49370}" type="slidenum">
              <a:rPr lang="en-US" smtClean="0"/>
              <a:t>‹#›</a:t>
            </a:fld>
            <a:endParaRPr lang="en-US"/>
          </a:p>
        </p:txBody>
      </p:sp>
    </p:spTree>
    <p:extLst>
      <p:ext uri="{BB962C8B-B14F-4D97-AF65-F5344CB8AC3E}">
        <p14:creationId xmlns:p14="http://schemas.microsoft.com/office/powerpoint/2010/main" val="40266336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CE215F-F957-4717-86A2-D610F1C49370}" type="slidenum">
              <a:rPr lang="en-US" smtClean="0"/>
              <a:t>2</a:t>
            </a:fld>
            <a:endParaRPr lang="en-US"/>
          </a:p>
        </p:txBody>
      </p:sp>
    </p:spTree>
    <p:extLst>
      <p:ext uri="{BB962C8B-B14F-4D97-AF65-F5344CB8AC3E}">
        <p14:creationId xmlns:p14="http://schemas.microsoft.com/office/powerpoint/2010/main" val="3160607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Empty Brackets </a:t>
            </a:r>
            <a:r>
              <a:rPr lang="en-US" sz="1200" b="1" kern="1200" dirty="0">
                <a:solidFill>
                  <a:schemeClr val="tx1"/>
                </a:solidFill>
                <a:latin typeface="+mn-lt"/>
                <a:ea typeface="+mn-ea"/>
                <a:cs typeface="+mn-cs"/>
              </a:rPr>
              <a:t>[]</a:t>
            </a:r>
            <a:r>
              <a:rPr lang="en-US" b="1" dirty="0"/>
              <a:t>:</a:t>
            </a:r>
            <a:r>
              <a:rPr lang="en-US" dirty="0"/>
              <a:t> Tell the students that when they provide the text </a:t>
            </a:r>
            <a:r>
              <a:rPr lang="en-US" sz="1200" kern="1200" dirty="0">
                <a:solidFill>
                  <a:schemeClr val="tx1"/>
                </a:solidFill>
                <a:latin typeface="+mn-lt"/>
                <a:ea typeface="+mn-ea"/>
                <a:cs typeface="+mn-cs"/>
              </a:rPr>
              <a:t>"C Programming"</a:t>
            </a:r>
            <a:r>
              <a:rPr lang="en-US" dirty="0"/>
              <a:t> immediately, they don't have to put a number in the brackets. The compiler is smart enough to count: 1 space + 12 letters + 1 Null Terminator = 14 slots.</a:t>
            </a:r>
          </a:p>
          <a:p>
            <a:r>
              <a:rPr lang="en-US" b="1" dirty="0"/>
              <a:t>Accessing Parts:</a:t>
            </a:r>
            <a:r>
              <a:rPr lang="en-US" dirty="0"/>
              <a:t> Point out that even though we call it a "string," we can still access individual letters using </a:t>
            </a:r>
            <a:r>
              <a:rPr lang="en-US" sz="1200" kern="1200" dirty="0">
                <a:solidFill>
                  <a:schemeClr val="tx1"/>
                </a:solidFill>
                <a:latin typeface="+mn-lt"/>
                <a:ea typeface="+mn-ea"/>
                <a:cs typeface="+mn-cs"/>
              </a:rPr>
              <a:t>message[0]</a:t>
            </a:r>
            <a:r>
              <a:rPr lang="en-US" dirty="0"/>
              <a:t> or </a:t>
            </a:r>
            <a:r>
              <a:rPr lang="en-US" sz="1200" kern="1200" dirty="0">
                <a:solidFill>
                  <a:schemeClr val="tx1"/>
                </a:solidFill>
                <a:latin typeface="+mn-lt"/>
                <a:ea typeface="+mn-ea"/>
                <a:cs typeface="+mn-cs"/>
              </a:rPr>
              <a:t>message[2]</a:t>
            </a:r>
            <a:r>
              <a:rPr lang="en-US" dirty="0"/>
              <a:t> just like we did with numbers in the 1D array.</a:t>
            </a:r>
          </a:p>
          <a:p>
            <a:r>
              <a:rPr lang="en-US" b="1" dirty="0"/>
              <a:t>The Format Specifiers:</a:t>
            </a:r>
            <a:r>
              <a:rPr lang="en-US" dirty="0"/>
              <a:t> Remind them that </a:t>
            </a:r>
            <a:r>
              <a:rPr lang="en-US" sz="1200" kern="1200" dirty="0">
                <a:solidFill>
                  <a:schemeClr val="tx1"/>
                </a:solidFill>
                <a:latin typeface="+mn-lt"/>
                <a:ea typeface="+mn-ea"/>
                <a:cs typeface="+mn-cs"/>
              </a:rPr>
              <a:t>%s</a:t>
            </a:r>
            <a:r>
              <a:rPr lang="en-US" dirty="0"/>
              <a:t> prints the </a:t>
            </a:r>
            <a:r>
              <a:rPr lang="en-US" b="1" dirty="0"/>
              <a:t>whole sequence</a:t>
            </a:r>
            <a:r>
              <a:rPr lang="en-US" dirty="0"/>
              <a:t> until it hits the Null, while </a:t>
            </a:r>
            <a:r>
              <a:rPr lang="en-US" sz="1200" kern="1200" dirty="0">
                <a:solidFill>
                  <a:schemeClr val="tx1"/>
                </a:solidFill>
                <a:latin typeface="+mn-lt"/>
                <a:ea typeface="+mn-ea"/>
                <a:cs typeface="+mn-cs"/>
              </a:rPr>
              <a:t>%c</a:t>
            </a:r>
            <a:r>
              <a:rPr lang="en-US" dirty="0"/>
              <a:t> prints only </a:t>
            </a:r>
            <a:r>
              <a:rPr lang="en-US" b="1" dirty="0"/>
              <a:t>one single character</a:t>
            </a:r>
            <a:r>
              <a:rPr lang="en-US" dirty="0"/>
              <a:t>.</a:t>
            </a:r>
          </a:p>
          <a:p>
            <a:endParaRPr lang="en-US" dirty="0"/>
          </a:p>
        </p:txBody>
      </p:sp>
      <p:sp>
        <p:nvSpPr>
          <p:cNvPr id="4" name="Slide Number Placeholder 3"/>
          <p:cNvSpPr>
            <a:spLocks noGrp="1"/>
          </p:cNvSpPr>
          <p:nvPr>
            <p:ph type="sldNum" sz="quarter" idx="5"/>
          </p:nvPr>
        </p:nvSpPr>
        <p:spPr/>
        <p:txBody>
          <a:bodyPr/>
          <a:lstStyle/>
          <a:p>
            <a:fld id="{ABCE215F-F957-4717-86A2-D610F1C49370}" type="slidenum">
              <a:rPr lang="en-US" smtClean="0"/>
              <a:t>8</a:t>
            </a:fld>
            <a:endParaRPr lang="en-US"/>
          </a:p>
        </p:txBody>
      </p:sp>
    </p:spTree>
    <p:extLst>
      <p:ext uri="{BB962C8B-B14F-4D97-AF65-F5344CB8AC3E}">
        <p14:creationId xmlns:p14="http://schemas.microsoft.com/office/powerpoint/2010/main" val="2005555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61F97-293E-FD96-AE0F-7A07A2C57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0EC3A-F857-A415-D3B9-9C7E9AC0AA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E3B438-87CC-E01C-1511-756DAACB68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0B64BB-E9C2-5ECC-8201-9C38089E2C5E}"/>
              </a:ext>
            </a:extLst>
          </p:cNvPr>
          <p:cNvSpPr>
            <a:spLocks noGrp="1"/>
          </p:cNvSpPr>
          <p:nvPr>
            <p:ph type="sldNum" sz="quarter" idx="5"/>
          </p:nvPr>
        </p:nvSpPr>
        <p:spPr/>
        <p:txBody>
          <a:bodyPr/>
          <a:lstStyle/>
          <a:p>
            <a:fld id="{ABCE215F-F957-4717-86A2-D610F1C49370}" type="slidenum">
              <a:rPr lang="en-US" smtClean="0"/>
              <a:t>9</a:t>
            </a:fld>
            <a:endParaRPr lang="en-US"/>
          </a:p>
        </p:txBody>
      </p:sp>
    </p:spTree>
    <p:extLst>
      <p:ext uri="{BB962C8B-B14F-4D97-AF65-F5344CB8AC3E}">
        <p14:creationId xmlns:p14="http://schemas.microsoft.com/office/powerpoint/2010/main" val="1568190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18F7A-77AF-C2BB-6768-BB8CAAF48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1F33D-BD5D-3C4D-07F0-7BA8FC160D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DCCE04-D7EC-18B1-4CBC-5BEC48622E0D}"/>
              </a:ext>
            </a:extLst>
          </p:cNvPr>
          <p:cNvSpPr>
            <a:spLocks noGrp="1"/>
          </p:cNvSpPr>
          <p:nvPr>
            <p:ph type="body" idx="1"/>
          </p:nvPr>
        </p:nvSpPr>
        <p:spPr/>
        <p:txBody>
          <a:bodyPr/>
          <a:lstStyle/>
          <a:p>
            <a:r>
              <a:rPr lang="en-US" b="1" dirty="0"/>
              <a:t>The Empty Brackets </a:t>
            </a:r>
            <a:r>
              <a:rPr lang="en-US" sz="1200" b="1" kern="1200" dirty="0">
                <a:solidFill>
                  <a:schemeClr val="tx1"/>
                </a:solidFill>
                <a:latin typeface="+mn-lt"/>
                <a:ea typeface="+mn-ea"/>
                <a:cs typeface="+mn-cs"/>
              </a:rPr>
              <a:t>[]</a:t>
            </a:r>
            <a:r>
              <a:rPr lang="en-US" b="1" dirty="0"/>
              <a:t>:</a:t>
            </a:r>
            <a:r>
              <a:rPr lang="en-US" dirty="0"/>
              <a:t> Tell the students that when they provide the text </a:t>
            </a:r>
            <a:r>
              <a:rPr lang="en-US" sz="1200" kern="1200" dirty="0">
                <a:solidFill>
                  <a:schemeClr val="tx1"/>
                </a:solidFill>
                <a:latin typeface="+mn-lt"/>
                <a:ea typeface="+mn-ea"/>
                <a:cs typeface="+mn-cs"/>
              </a:rPr>
              <a:t>"C Programming"</a:t>
            </a:r>
            <a:r>
              <a:rPr lang="en-US" dirty="0"/>
              <a:t> immediately, they don't have to put a number in the brackets. The compiler is smart enough to count: 1 space + 12 letters + 1 Null Terminator = 14 slots.</a:t>
            </a:r>
          </a:p>
          <a:p>
            <a:r>
              <a:rPr lang="en-US" b="1" dirty="0"/>
              <a:t>Accessing Parts:</a:t>
            </a:r>
            <a:r>
              <a:rPr lang="en-US" dirty="0"/>
              <a:t> Point out that even though we call it a "string," we can still access individual letters using </a:t>
            </a:r>
            <a:r>
              <a:rPr lang="en-US" sz="1200" kern="1200" dirty="0">
                <a:solidFill>
                  <a:schemeClr val="tx1"/>
                </a:solidFill>
                <a:latin typeface="+mn-lt"/>
                <a:ea typeface="+mn-ea"/>
                <a:cs typeface="+mn-cs"/>
              </a:rPr>
              <a:t>message[0]</a:t>
            </a:r>
            <a:r>
              <a:rPr lang="en-US" dirty="0"/>
              <a:t> or </a:t>
            </a:r>
            <a:r>
              <a:rPr lang="en-US" sz="1200" kern="1200" dirty="0">
                <a:solidFill>
                  <a:schemeClr val="tx1"/>
                </a:solidFill>
                <a:latin typeface="+mn-lt"/>
                <a:ea typeface="+mn-ea"/>
                <a:cs typeface="+mn-cs"/>
              </a:rPr>
              <a:t>message[2]</a:t>
            </a:r>
            <a:r>
              <a:rPr lang="en-US" dirty="0"/>
              <a:t> just like we did with numbers in the 1D array.</a:t>
            </a:r>
          </a:p>
          <a:p>
            <a:r>
              <a:rPr lang="en-US" b="1" dirty="0"/>
              <a:t>The Format Specifiers:</a:t>
            </a:r>
            <a:r>
              <a:rPr lang="en-US" dirty="0"/>
              <a:t> Remind them that </a:t>
            </a:r>
            <a:r>
              <a:rPr lang="en-US" sz="1200" kern="1200" dirty="0">
                <a:solidFill>
                  <a:schemeClr val="tx1"/>
                </a:solidFill>
                <a:latin typeface="+mn-lt"/>
                <a:ea typeface="+mn-ea"/>
                <a:cs typeface="+mn-cs"/>
              </a:rPr>
              <a:t>%s</a:t>
            </a:r>
            <a:r>
              <a:rPr lang="en-US" dirty="0"/>
              <a:t> prints the </a:t>
            </a:r>
            <a:r>
              <a:rPr lang="en-US" b="1" dirty="0"/>
              <a:t>whole sequence</a:t>
            </a:r>
            <a:r>
              <a:rPr lang="en-US" dirty="0"/>
              <a:t> until it hits the Null, while </a:t>
            </a:r>
            <a:r>
              <a:rPr lang="en-US" sz="1200" kern="1200" dirty="0">
                <a:solidFill>
                  <a:schemeClr val="tx1"/>
                </a:solidFill>
                <a:latin typeface="+mn-lt"/>
                <a:ea typeface="+mn-ea"/>
                <a:cs typeface="+mn-cs"/>
              </a:rPr>
              <a:t>%c</a:t>
            </a:r>
            <a:r>
              <a:rPr lang="en-US" dirty="0"/>
              <a:t> prints only </a:t>
            </a:r>
            <a:r>
              <a:rPr lang="en-US" b="1" dirty="0"/>
              <a:t>one single character</a:t>
            </a:r>
            <a:r>
              <a:rPr lang="en-US" dirty="0"/>
              <a:t>.</a:t>
            </a:r>
          </a:p>
          <a:p>
            <a:endParaRPr lang="en-US" dirty="0"/>
          </a:p>
        </p:txBody>
      </p:sp>
      <p:sp>
        <p:nvSpPr>
          <p:cNvPr id="4" name="Slide Number Placeholder 3">
            <a:extLst>
              <a:ext uri="{FF2B5EF4-FFF2-40B4-BE49-F238E27FC236}">
                <a16:creationId xmlns:a16="http://schemas.microsoft.com/office/drawing/2014/main" id="{1B7B9D72-C0BF-CCA6-5D15-56F6BA8F0A3C}"/>
              </a:ext>
            </a:extLst>
          </p:cNvPr>
          <p:cNvSpPr>
            <a:spLocks noGrp="1"/>
          </p:cNvSpPr>
          <p:nvPr>
            <p:ph type="sldNum" sz="quarter" idx="5"/>
          </p:nvPr>
        </p:nvSpPr>
        <p:spPr/>
        <p:txBody>
          <a:bodyPr/>
          <a:lstStyle/>
          <a:p>
            <a:fld id="{ABCE215F-F957-4717-86A2-D610F1C49370}" type="slidenum">
              <a:rPr lang="en-US" smtClean="0"/>
              <a:t>10</a:t>
            </a:fld>
            <a:endParaRPr lang="en-US"/>
          </a:p>
        </p:txBody>
      </p:sp>
    </p:spTree>
    <p:extLst>
      <p:ext uri="{BB962C8B-B14F-4D97-AF65-F5344CB8AC3E}">
        <p14:creationId xmlns:p14="http://schemas.microsoft.com/office/powerpoint/2010/main" val="606463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C3BC9-C77F-7E70-48A4-658FA722A5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C3868-BC9B-1E15-836F-E047F72C5D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211FED-719E-ED4A-194E-900AE1D328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B2AA62-C53C-5331-E3ED-514CFF5D6D75}"/>
              </a:ext>
            </a:extLst>
          </p:cNvPr>
          <p:cNvSpPr>
            <a:spLocks noGrp="1"/>
          </p:cNvSpPr>
          <p:nvPr>
            <p:ph type="sldNum" sz="quarter" idx="5"/>
          </p:nvPr>
        </p:nvSpPr>
        <p:spPr/>
        <p:txBody>
          <a:bodyPr/>
          <a:lstStyle/>
          <a:p>
            <a:fld id="{ABCE215F-F957-4717-86A2-D610F1C49370}" type="slidenum">
              <a:rPr lang="en-US" smtClean="0"/>
              <a:t>11</a:t>
            </a:fld>
            <a:endParaRPr lang="en-US"/>
          </a:p>
        </p:txBody>
      </p:sp>
    </p:spTree>
    <p:extLst>
      <p:ext uri="{BB962C8B-B14F-4D97-AF65-F5344CB8AC3E}">
        <p14:creationId xmlns:p14="http://schemas.microsoft.com/office/powerpoint/2010/main" val="592980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15603-211B-F79A-1B10-18EC26C64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314E2-EA4F-3263-1D75-6123B537B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58F4AB-209D-E4A6-B5AA-296796FDB9B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1CD3F3-2861-BC7A-BBA2-22E3184E34BE}"/>
              </a:ext>
            </a:extLst>
          </p:cNvPr>
          <p:cNvSpPr>
            <a:spLocks noGrp="1"/>
          </p:cNvSpPr>
          <p:nvPr>
            <p:ph type="sldNum" sz="quarter" idx="5"/>
          </p:nvPr>
        </p:nvSpPr>
        <p:spPr/>
        <p:txBody>
          <a:bodyPr/>
          <a:lstStyle/>
          <a:p>
            <a:fld id="{ABCE215F-F957-4717-86A2-D610F1C49370}" type="slidenum">
              <a:rPr lang="en-US" smtClean="0"/>
              <a:t>12</a:t>
            </a:fld>
            <a:endParaRPr lang="en-US"/>
          </a:p>
        </p:txBody>
      </p:sp>
    </p:spTree>
    <p:extLst>
      <p:ext uri="{BB962C8B-B14F-4D97-AF65-F5344CB8AC3E}">
        <p14:creationId xmlns:p14="http://schemas.microsoft.com/office/powerpoint/2010/main" val="3280056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8AF3-4869-0249-4C96-BEF1CD17A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238A32-3CBA-6FC6-9320-396890FB82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401CFC-E07D-FBAE-4994-95BA546481D8}"/>
              </a:ext>
            </a:extLst>
          </p:cNvPr>
          <p:cNvSpPr>
            <a:spLocks noGrp="1"/>
          </p:cNvSpPr>
          <p:nvPr>
            <p:ph type="body" idx="1"/>
          </p:nvPr>
        </p:nvSpPr>
        <p:spPr/>
        <p:txBody>
          <a:bodyPr/>
          <a:lstStyle/>
          <a:p>
            <a:r>
              <a:rPr lang="en-US" dirty="0"/>
              <a:t>int </a:t>
            </a:r>
            <a:r>
              <a:rPr lang="en-US" dirty="0" err="1"/>
              <a:t>arr</a:t>
            </a:r>
            <a:r>
              <a:rPr lang="en-US" dirty="0"/>
              <a:t>[3][4] = {0, 1 ,2 ,3 ,4 , 5 , 6 , 7 , 8 , 9 , 10 , 11};</a:t>
            </a:r>
          </a:p>
          <a:p>
            <a:r>
              <a:rPr lang="en-US" dirty="0"/>
              <a:t>int </a:t>
            </a:r>
            <a:r>
              <a:rPr lang="en-US" dirty="0" err="1"/>
              <a:t>arr</a:t>
            </a:r>
            <a:r>
              <a:rPr lang="en-US" dirty="0"/>
              <a:t>[3][4] = {{0, 1, 2, 3}, {4, 5, 6, 7}, {8, 9, 10, 11}};</a:t>
            </a:r>
          </a:p>
          <a:p>
            <a:endParaRPr lang="en-US" dirty="0"/>
          </a:p>
        </p:txBody>
      </p:sp>
      <p:sp>
        <p:nvSpPr>
          <p:cNvPr id="4" name="Slide Number Placeholder 3">
            <a:extLst>
              <a:ext uri="{FF2B5EF4-FFF2-40B4-BE49-F238E27FC236}">
                <a16:creationId xmlns:a16="http://schemas.microsoft.com/office/drawing/2014/main" id="{FE4E373D-7A0F-DD37-0E48-FBAAB9E9CB79}"/>
              </a:ext>
            </a:extLst>
          </p:cNvPr>
          <p:cNvSpPr>
            <a:spLocks noGrp="1"/>
          </p:cNvSpPr>
          <p:nvPr>
            <p:ph type="sldNum" sz="quarter" idx="5"/>
          </p:nvPr>
        </p:nvSpPr>
        <p:spPr/>
        <p:txBody>
          <a:bodyPr/>
          <a:lstStyle/>
          <a:p>
            <a:fld id="{ABCE215F-F957-4717-86A2-D610F1C49370}" type="slidenum">
              <a:rPr lang="en-US" smtClean="0"/>
              <a:t>13</a:t>
            </a:fld>
            <a:endParaRPr lang="en-US"/>
          </a:p>
        </p:txBody>
      </p:sp>
    </p:spTree>
    <p:extLst>
      <p:ext uri="{BB962C8B-B14F-4D97-AF65-F5344CB8AC3E}">
        <p14:creationId xmlns:p14="http://schemas.microsoft.com/office/powerpoint/2010/main" val="2833210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8BE59-2047-B882-1A6D-A67A71A3C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DAFC74-562C-7181-CFC0-8302D53798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4496BE-7EB6-2054-3C83-38EC4E3D0A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5BE7C3-0576-3007-E70E-E4067C043F9E}"/>
              </a:ext>
            </a:extLst>
          </p:cNvPr>
          <p:cNvSpPr>
            <a:spLocks noGrp="1"/>
          </p:cNvSpPr>
          <p:nvPr>
            <p:ph type="sldNum" sz="quarter" idx="5"/>
          </p:nvPr>
        </p:nvSpPr>
        <p:spPr/>
        <p:txBody>
          <a:bodyPr/>
          <a:lstStyle/>
          <a:p>
            <a:fld id="{ABCE215F-F957-4717-86A2-D610F1C49370}" type="slidenum">
              <a:rPr lang="en-US" smtClean="0"/>
              <a:t>14</a:t>
            </a:fld>
            <a:endParaRPr lang="en-US"/>
          </a:p>
        </p:txBody>
      </p:sp>
    </p:spTree>
    <p:extLst>
      <p:ext uri="{BB962C8B-B14F-4D97-AF65-F5344CB8AC3E}">
        <p14:creationId xmlns:p14="http://schemas.microsoft.com/office/powerpoint/2010/main" val="36725922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3EDEF-9F97-C45E-2FD2-5DE332D76E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32A9C1-4BB0-AAEA-332D-59780D449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64AB24-D3E6-9E8F-9DF5-20217947B5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9A4A57-1BF4-D5FA-286C-391162417E94}"/>
              </a:ext>
            </a:extLst>
          </p:cNvPr>
          <p:cNvSpPr>
            <a:spLocks noGrp="1"/>
          </p:cNvSpPr>
          <p:nvPr>
            <p:ph type="sldNum" sz="quarter" idx="5"/>
          </p:nvPr>
        </p:nvSpPr>
        <p:spPr/>
        <p:txBody>
          <a:bodyPr/>
          <a:lstStyle/>
          <a:p>
            <a:fld id="{ABCE215F-F957-4717-86A2-D610F1C49370}" type="slidenum">
              <a:rPr lang="en-US" smtClean="0"/>
              <a:t>15</a:t>
            </a:fld>
            <a:endParaRPr lang="en-US"/>
          </a:p>
        </p:txBody>
      </p:sp>
    </p:spTree>
    <p:extLst>
      <p:ext uri="{BB962C8B-B14F-4D97-AF65-F5344CB8AC3E}">
        <p14:creationId xmlns:p14="http://schemas.microsoft.com/office/powerpoint/2010/main" val="144237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FA2F-D2CF-4BB9-2DA2-E136981AF9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359EBBB-2C00-DCB0-5348-C55BD0127D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08BEB7-C62F-7829-DFE5-99A5BE1ED73E}"/>
              </a:ext>
            </a:extLst>
          </p:cNvPr>
          <p:cNvSpPr>
            <a:spLocks noGrp="1"/>
          </p:cNvSpPr>
          <p:nvPr>
            <p:ph type="dt" sz="half" idx="10"/>
          </p:nvPr>
        </p:nvSpPr>
        <p:spPr/>
        <p:txBody>
          <a:bodyPr/>
          <a:lstStyle/>
          <a:p>
            <a:fld id="{F608A25F-4DC2-48EB-82DE-0FBE2AB3653A}" type="datetime1">
              <a:rPr lang="en-US" smtClean="0"/>
              <a:t>03/11/2026</a:t>
            </a:fld>
            <a:endParaRPr lang="en-US"/>
          </a:p>
        </p:txBody>
      </p:sp>
      <p:sp>
        <p:nvSpPr>
          <p:cNvPr id="5" name="Footer Placeholder 4">
            <a:extLst>
              <a:ext uri="{FF2B5EF4-FFF2-40B4-BE49-F238E27FC236}">
                <a16:creationId xmlns:a16="http://schemas.microsoft.com/office/drawing/2014/main" id="{7EA201BD-CCEC-049C-E7B8-BAE65F28AF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78D1A2-8628-A003-E1D1-75806351C2C0}"/>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3773183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39716-26CD-9773-616F-F110B6982E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03293F-17B0-3DE3-0900-C263C8A443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A5D940-2D70-7991-1527-15126FAA7B84}"/>
              </a:ext>
            </a:extLst>
          </p:cNvPr>
          <p:cNvSpPr>
            <a:spLocks noGrp="1"/>
          </p:cNvSpPr>
          <p:nvPr>
            <p:ph type="dt" sz="half" idx="10"/>
          </p:nvPr>
        </p:nvSpPr>
        <p:spPr/>
        <p:txBody>
          <a:bodyPr/>
          <a:lstStyle/>
          <a:p>
            <a:fld id="{5CEAB91E-718A-4F53-B81B-F9CD24557603}" type="datetime1">
              <a:rPr lang="en-US" smtClean="0"/>
              <a:t>03/11/2026</a:t>
            </a:fld>
            <a:endParaRPr lang="en-US"/>
          </a:p>
        </p:txBody>
      </p:sp>
      <p:sp>
        <p:nvSpPr>
          <p:cNvPr id="5" name="Footer Placeholder 4">
            <a:extLst>
              <a:ext uri="{FF2B5EF4-FFF2-40B4-BE49-F238E27FC236}">
                <a16:creationId xmlns:a16="http://schemas.microsoft.com/office/drawing/2014/main" id="{F8280F9D-EC24-6B75-D8F8-56478F9C78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53F20F-230B-0F69-BFDB-AA5AE3D9C9A8}"/>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4048162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5638F-4126-33E3-6988-6802FD743F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89A7BD8-2DE4-DDFF-8EB6-ED8B217E6C1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38059D-13D0-8A8A-1D73-A484AD2008B9}"/>
              </a:ext>
            </a:extLst>
          </p:cNvPr>
          <p:cNvSpPr>
            <a:spLocks noGrp="1"/>
          </p:cNvSpPr>
          <p:nvPr>
            <p:ph type="dt" sz="half" idx="10"/>
          </p:nvPr>
        </p:nvSpPr>
        <p:spPr/>
        <p:txBody>
          <a:bodyPr/>
          <a:lstStyle/>
          <a:p>
            <a:fld id="{6536E11C-E838-44BB-ADC4-499736FB2695}" type="datetime1">
              <a:rPr lang="en-US" smtClean="0"/>
              <a:t>03/11/2026</a:t>
            </a:fld>
            <a:endParaRPr lang="en-US"/>
          </a:p>
        </p:txBody>
      </p:sp>
      <p:sp>
        <p:nvSpPr>
          <p:cNvPr id="5" name="Footer Placeholder 4">
            <a:extLst>
              <a:ext uri="{FF2B5EF4-FFF2-40B4-BE49-F238E27FC236}">
                <a16:creationId xmlns:a16="http://schemas.microsoft.com/office/drawing/2014/main" id="{932283ED-809D-AFE7-E8D7-FF5037F846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A8DBC9-9611-97D2-3E5F-B6582D6299FD}"/>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017152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E836E-5F5A-B572-BF9C-9EC3A00469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6A1918-2F18-701A-4C07-1EA5F1C8F32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31767B-1DC3-10F5-C743-8A8B8C266A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EEC9EA-E180-D8B2-B0C2-49B94B6D87F4}"/>
              </a:ext>
            </a:extLst>
          </p:cNvPr>
          <p:cNvSpPr>
            <a:spLocks noGrp="1"/>
          </p:cNvSpPr>
          <p:nvPr>
            <p:ph type="dt" sz="half" idx="10"/>
          </p:nvPr>
        </p:nvSpPr>
        <p:spPr/>
        <p:txBody>
          <a:bodyPr/>
          <a:lstStyle/>
          <a:p>
            <a:fld id="{50101FAA-0B0F-4B4E-89F4-3728EC90C4CD}" type="datetime1">
              <a:rPr lang="en-US" smtClean="0"/>
              <a:t>03/11/2026</a:t>
            </a:fld>
            <a:endParaRPr lang="en-US"/>
          </a:p>
        </p:txBody>
      </p:sp>
      <p:sp>
        <p:nvSpPr>
          <p:cNvPr id="6" name="Footer Placeholder 5">
            <a:extLst>
              <a:ext uri="{FF2B5EF4-FFF2-40B4-BE49-F238E27FC236}">
                <a16:creationId xmlns:a16="http://schemas.microsoft.com/office/drawing/2014/main" id="{43DE7B83-6709-033B-6A07-77110A7B9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24D1F3-2581-73B4-9EF1-C64C804B10EC}"/>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338721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69007-C5C8-86B4-027A-FAA48AD64D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FFF610-76E7-C34C-6223-DC7A3A1802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99E3D14-C058-F41F-B797-488342D598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B0312F-3365-38C0-57E3-2865CF224C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04681E-0CA1-B3B6-D58C-6C60233439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A3B5A3-0743-03F6-8DF7-BB6AB93488D4}"/>
              </a:ext>
            </a:extLst>
          </p:cNvPr>
          <p:cNvSpPr>
            <a:spLocks noGrp="1"/>
          </p:cNvSpPr>
          <p:nvPr>
            <p:ph type="dt" sz="half" idx="10"/>
          </p:nvPr>
        </p:nvSpPr>
        <p:spPr/>
        <p:txBody>
          <a:bodyPr/>
          <a:lstStyle/>
          <a:p>
            <a:fld id="{1C0C4CD6-C7A3-4C1B-846B-6E5EE448C234}" type="datetime1">
              <a:rPr lang="en-US" smtClean="0"/>
              <a:t>03/11/2026</a:t>
            </a:fld>
            <a:endParaRPr lang="en-US"/>
          </a:p>
        </p:txBody>
      </p:sp>
      <p:sp>
        <p:nvSpPr>
          <p:cNvPr id="8" name="Footer Placeholder 7">
            <a:extLst>
              <a:ext uri="{FF2B5EF4-FFF2-40B4-BE49-F238E27FC236}">
                <a16:creationId xmlns:a16="http://schemas.microsoft.com/office/drawing/2014/main" id="{7CC9E81B-BF0A-B9A4-425E-D36CD81DF41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38D55DF-8867-ACA8-7A1B-08196BF09042}"/>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2557132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9EF58-DED1-6647-1CDA-EB885A41A5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901604C-F114-5D56-A1A9-25E07AD7DBDF}"/>
              </a:ext>
            </a:extLst>
          </p:cNvPr>
          <p:cNvSpPr>
            <a:spLocks noGrp="1"/>
          </p:cNvSpPr>
          <p:nvPr>
            <p:ph type="dt" sz="half" idx="10"/>
          </p:nvPr>
        </p:nvSpPr>
        <p:spPr/>
        <p:txBody>
          <a:bodyPr/>
          <a:lstStyle/>
          <a:p>
            <a:fld id="{843E4F83-737B-4E80-B64E-63FD7F6A586D}" type="datetime1">
              <a:rPr lang="en-US" smtClean="0"/>
              <a:t>03/11/2026</a:t>
            </a:fld>
            <a:endParaRPr lang="en-US"/>
          </a:p>
        </p:txBody>
      </p:sp>
      <p:sp>
        <p:nvSpPr>
          <p:cNvPr id="4" name="Footer Placeholder 3">
            <a:extLst>
              <a:ext uri="{FF2B5EF4-FFF2-40B4-BE49-F238E27FC236}">
                <a16:creationId xmlns:a16="http://schemas.microsoft.com/office/drawing/2014/main" id="{B3C94468-CC8D-2C3E-42C1-255F87CB17E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D97A943-86CE-554F-3E41-7898271744CD}"/>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353882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359D68-0DCD-6660-B024-592B90AB8BCB}"/>
              </a:ext>
            </a:extLst>
          </p:cNvPr>
          <p:cNvSpPr>
            <a:spLocks noGrp="1"/>
          </p:cNvSpPr>
          <p:nvPr>
            <p:ph type="dt" sz="half" idx="10"/>
          </p:nvPr>
        </p:nvSpPr>
        <p:spPr/>
        <p:txBody>
          <a:bodyPr/>
          <a:lstStyle/>
          <a:p>
            <a:fld id="{39478FF1-2C3C-4660-8756-7903723A2E99}" type="datetime1">
              <a:rPr lang="en-US" smtClean="0"/>
              <a:t>03/11/2026</a:t>
            </a:fld>
            <a:endParaRPr lang="en-US"/>
          </a:p>
        </p:txBody>
      </p:sp>
      <p:sp>
        <p:nvSpPr>
          <p:cNvPr id="3" name="Footer Placeholder 2">
            <a:extLst>
              <a:ext uri="{FF2B5EF4-FFF2-40B4-BE49-F238E27FC236}">
                <a16:creationId xmlns:a16="http://schemas.microsoft.com/office/drawing/2014/main" id="{3664EB17-7591-72C7-29FF-C747C011344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2F4D72-80D2-8034-E542-2BC643BDAC88}"/>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235193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503FD-85BD-E9A7-CFC3-B33885BE15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BC240E-D1E6-C97D-CF69-92202191B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792218-B6CB-1D2F-92C5-A157FD3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360CEF-8935-ADD7-B82D-325A9B898611}"/>
              </a:ext>
            </a:extLst>
          </p:cNvPr>
          <p:cNvSpPr>
            <a:spLocks noGrp="1"/>
          </p:cNvSpPr>
          <p:nvPr>
            <p:ph type="dt" sz="half" idx="10"/>
          </p:nvPr>
        </p:nvSpPr>
        <p:spPr/>
        <p:txBody>
          <a:bodyPr/>
          <a:lstStyle/>
          <a:p>
            <a:fld id="{44E555E2-DF5C-4DE8-BAC2-83ED0F396B1E}" type="datetime1">
              <a:rPr lang="en-US" smtClean="0"/>
              <a:t>03/11/2026</a:t>
            </a:fld>
            <a:endParaRPr lang="en-US"/>
          </a:p>
        </p:txBody>
      </p:sp>
      <p:sp>
        <p:nvSpPr>
          <p:cNvPr id="6" name="Footer Placeholder 5">
            <a:extLst>
              <a:ext uri="{FF2B5EF4-FFF2-40B4-BE49-F238E27FC236}">
                <a16:creationId xmlns:a16="http://schemas.microsoft.com/office/drawing/2014/main" id="{578A64E7-C40E-B802-4173-0A0FCA3495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BAC64F-BE04-16BF-BA64-B7816BAB56C1}"/>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3355043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22812E-94DB-D195-A675-E7C5392D2E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C6254-267D-361D-2A58-DBA9F497C0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FB5535-1603-AFF7-68A7-B74A3CA6CD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1EDFF21-86D8-1823-45A6-76046A79BF0B}"/>
              </a:ext>
            </a:extLst>
          </p:cNvPr>
          <p:cNvSpPr>
            <a:spLocks noGrp="1"/>
          </p:cNvSpPr>
          <p:nvPr>
            <p:ph type="dt" sz="half" idx="10"/>
          </p:nvPr>
        </p:nvSpPr>
        <p:spPr/>
        <p:txBody>
          <a:bodyPr/>
          <a:lstStyle/>
          <a:p>
            <a:fld id="{C1976505-4A08-4EFB-907F-79A3F3BF9362}" type="datetime1">
              <a:rPr lang="en-US" smtClean="0"/>
              <a:t>03/11/2026</a:t>
            </a:fld>
            <a:endParaRPr lang="en-US"/>
          </a:p>
        </p:txBody>
      </p:sp>
      <p:sp>
        <p:nvSpPr>
          <p:cNvPr id="6" name="Footer Placeholder 5">
            <a:extLst>
              <a:ext uri="{FF2B5EF4-FFF2-40B4-BE49-F238E27FC236}">
                <a16:creationId xmlns:a16="http://schemas.microsoft.com/office/drawing/2014/main" id="{7AFDDDAC-374E-B18D-3A51-CAF6A16D4B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B3912D-5B74-B297-D35F-BC3BC57075AB}"/>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4044513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6ADB8-A463-C78D-BFF3-4E94F3B514A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A8E275-5E2C-21EA-D6FF-D87CC419D4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DB4053-7240-C364-F278-1A2C72A69FAB}"/>
              </a:ext>
            </a:extLst>
          </p:cNvPr>
          <p:cNvSpPr>
            <a:spLocks noGrp="1"/>
          </p:cNvSpPr>
          <p:nvPr>
            <p:ph type="dt" sz="half" idx="10"/>
          </p:nvPr>
        </p:nvSpPr>
        <p:spPr/>
        <p:txBody>
          <a:bodyPr/>
          <a:lstStyle/>
          <a:p>
            <a:fld id="{C6E3662E-0996-4F59-8042-5BFA47CDD579}" type="datetime1">
              <a:rPr lang="en-US" smtClean="0"/>
              <a:t>03/11/2026</a:t>
            </a:fld>
            <a:endParaRPr lang="en-US"/>
          </a:p>
        </p:txBody>
      </p:sp>
      <p:sp>
        <p:nvSpPr>
          <p:cNvPr id="5" name="Footer Placeholder 4">
            <a:extLst>
              <a:ext uri="{FF2B5EF4-FFF2-40B4-BE49-F238E27FC236}">
                <a16:creationId xmlns:a16="http://schemas.microsoft.com/office/drawing/2014/main" id="{CFE90CBA-538A-329A-1165-F4C690E211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C67197-6C2A-1FB7-C549-B767586B978D}"/>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1532873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85A084-03CE-D556-3471-58A9B2F81FD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5C678A-FBCA-2DBD-0C07-08FB0D5B41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024A49-F368-933F-2E0F-FABD2AC8E6F7}"/>
              </a:ext>
            </a:extLst>
          </p:cNvPr>
          <p:cNvSpPr>
            <a:spLocks noGrp="1"/>
          </p:cNvSpPr>
          <p:nvPr>
            <p:ph type="dt" sz="half" idx="10"/>
          </p:nvPr>
        </p:nvSpPr>
        <p:spPr/>
        <p:txBody>
          <a:bodyPr/>
          <a:lstStyle/>
          <a:p>
            <a:fld id="{EB809D92-80B7-4444-AB62-E6AB746E2766}" type="datetime1">
              <a:rPr lang="en-US" smtClean="0"/>
              <a:t>03/11/2026</a:t>
            </a:fld>
            <a:endParaRPr lang="en-US"/>
          </a:p>
        </p:txBody>
      </p:sp>
      <p:sp>
        <p:nvSpPr>
          <p:cNvPr id="5" name="Footer Placeholder 4">
            <a:extLst>
              <a:ext uri="{FF2B5EF4-FFF2-40B4-BE49-F238E27FC236}">
                <a16:creationId xmlns:a16="http://schemas.microsoft.com/office/drawing/2014/main" id="{D25127B8-5AC2-C1D5-1986-CA0FD19C85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D0B8D0-DDD2-3983-65B8-61B82A6A4413}"/>
              </a:ext>
            </a:extLst>
          </p:cNvPr>
          <p:cNvSpPr>
            <a:spLocks noGrp="1"/>
          </p:cNvSpPr>
          <p:nvPr>
            <p:ph type="sldNum" sz="quarter" idx="12"/>
          </p:nvPr>
        </p:nvSpPr>
        <p:spPr/>
        <p:txBody>
          <a:bodyPr/>
          <a:lstStyle/>
          <a:p>
            <a:fld id="{B450C19B-9AB2-4265-99EA-B4062EB78DBC}" type="slidenum">
              <a:rPr lang="en-US" smtClean="0"/>
              <a:t>‹#›</a:t>
            </a:fld>
            <a:endParaRPr lang="en-US"/>
          </a:p>
        </p:txBody>
      </p:sp>
    </p:spTree>
    <p:extLst>
      <p:ext uri="{BB962C8B-B14F-4D97-AF65-F5344CB8AC3E}">
        <p14:creationId xmlns:p14="http://schemas.microsoft.com/office/powerpoint/2010/main" val="2295844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188D84-8D03-F415-3049-ACFA84395F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9CBF9C-F525-8FFB-C15A-D1983DDFD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0C7A10-92BF-0848-BE73-5441B664E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F09AF7-E675-443A-94D6-8B496A197A41}" type="datetime1">
              <a:rPr lang="en-US" smtClean="0"/>
              <a:t>03/11/2026</a:t>
            </a:fld>
            <a:endParaRPr lang="en-US"/>
          </a:p>
        </p:txBody>
      </p:sp>
      <p:sp>
        <p:nvSpPr>
          <p:cNvPr id="5" name="Footer Placeholder 4">
            <a:extLst>
              <a:ext uri="{FF2B5EF4-FFF2-40B4-BE49-F238E27FC236}">
                <a16:creationId xmlns:a16="http://schemas.microsoft.com/office/drawing/2014/main" id="{38B6638F-6EEB-21B5-421E-4F6EACD8F1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2065D7E-5B89-37D3-5268-53D337DA7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50C19B-9AB2-4265-99EA-B4062EB78DBC}" type="slidenum">
              <a:rPr lang="en-US" smtClean="0"/>
              <a:t>‹#›</a:t>
            </a:fld>
            <a:endParaRPr lang="en-US"/>
          </a:p>
        </p:txBody>
      </p:sp>
    </p:spTree>
    <p:extLst>
      <p:ext uri="{BB962C8B-B14F-4D97-AF65-F5344CB8AC3E}">
        <p14:creationId xmlns:p14="http://schemas.microsoft.com/office/powerpoint/2010/main" val="398757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c/"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mailto:cprogramming666@gmail.com" TargetMode="External"/><Relationship Id="rId4" Type="http://schemas.openxmlformats.org/officeDocument/2006/relationships/hyperlink" Target="https://www.w3schools.com/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DB141-0470-96EA-DF32-17B31B653660}"/>
              </a:ext>
            </a:extLst>
          </p:cNvPr>
          <p:cNvSpPr>
            <a:spLocks noGrp="1"/>
          </p:cNvSpPr>
          <p:nvPr>
            <p:ph type="ctrTitle"/>
          </p:nvPr>
        </p:nvSpPr>
        <p:spPr>
          <a:xfrm>
            <a:off x="1524000" y="1422400"/>
            <a:ext cx="9144000" cy="1473200"/>
          </a:xfrm>
        </p:spPr>
        <p:txBody>
          <a:bodyPr anchor="ctr">
            <a:noAutofit/>
          </a:bodyPr>
          <a:lstStyle/>
          <a:p>
            <a:r>
              <a:rPr lang="en-US" sz="4800" dirty="0">
                <a:latin typeface="Verdana Pro Black" panose="020F0502020204030204" pitchFamily="34" charset="0"/>
              </a:rPr>
              <a:t>Advanced</a:t>
            </a:r>
            <a:br>
              <a:rPr lang="en-US" sz="4800" dirty="0">
                <a:latin typeface="Verdana Pro Black" panose="020F0502020204030204" pitchFamily="34" charset="0"/>
              </a:rPr>
            </a:br>
            <a:r>
              <a:rPr lang="en-US" sz="4800" dirty="0">
                <a:latin typeface="Verdana Pro Black" panose="020F0502020204030204" pitchFamily="34" charset="0"/>
              </a:rPr>
              <a:t> C Programming Lab</a:t>
            </a:r>
          </a:p>
        </p:txBody>
      </p:sp>
      <p:sp>
        <p:nvSpPr>
          <p:cNvPr id="3" name="Subtitle 2">
            <a:extLst>
              <a:ext uri="{FF2B5EF4-FFF2-40B4-BE49-F238E27FC236}">
                <a16:creationId xmlns:a16="http://schemas.microsoft.com/office/drawing/2014/main" id="{A8B21C20-BBB1-22DC-0A22-038CB58DF228}"/>
              </a:ext>
            </a:extLst>
          </p:cNvPr>
          <p:cNvSpPr>
            <a:spLocks noGrp="1"/>
          </p:cNvSpPr>
          <p:nvPr>
            <p:ph type="subTitle" idx="1"/>
          </p:nvPr>
        </p:nvSpPr>
        <p:spPr>
          <a:xfrm>
            <a:off x="1524000" y="3429000"/>
            <a:ext cx="9144000" cy="1655762"/>
          </a:xfrm>
        </p:spPr>
        <p:txBody>
          <a:bodyPr anchor="ctr">
            <a:normAutofit/>
          </a:bodyPr>
          <a:lstStyle/>
          <a:p>
            <a:r>
              <a:rPr lang="en-US" sz="3600" dirty="0">
                <a:latin typeface="Verdana Pro" panose="020B0604030504040204" pitchFamily="34" charset="0"/>
              </a:rPr>
              <a:t>Session I – Mar 12</a:t>
            </a:r>
          </a:p>
        </p:txBody>
      </p:sp>
      <p:pic>
        <p:nvPicPr>
          <p:cNvPr id="5" name="Picture 4">
            <a:extLst>
              <a:ext uri="{FF2B5EF4-FFF2-40B4-BE49-F238E27FC236}">
                <a16:creationId xmlns:a16="http://schemas.microsoft.com/office/drawing/2014/main" id="{EB421C8A-5A7E-A0E8-BCEC-2A37DEF582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3987" y="238125"/>
            <a:ext cx="903288" cy="903288"/>
          </a:xfrm>
          <a:prstGeom prst="rect">
            <a:avLst/>
          </a:prstGeom>
        </p:spPr>
      </p:pic>
      <p:cxnSp>
        <p:nvCxnSpPr>
          <p:cNvPr id="7" name="Straight Connector 6">
            <a:extLst>
              <a:ext uri="{FF2B5EF4-FFF2-40B4-BE49-F238E27FC236}">
                <a16:creationId xmlns:a16="http://schemas.microsoft.com/office/drawing/2014/main" id="{54690442-3261-1A1F-7B33-E54B0AAFE41B}"/>
              </a:ext>
            </a:extLst>
          </p:cNvPr>
          <p:cNvCxnSpPr>
            <a:cxnSpLocks/>
          </p:cNvCxnSpPr>
          <p:nvPr/>
        </p:nvCxnSpPr>
        <p:spPr>
          <a:xfrm>
            <a:off x="1485900" y="-243353"/>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32685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AC3D2A3-3F09-2457-910F-D143DDC633E5}"/>
              </a:ext>
            </a:extLst>
          </p:cNvPr>
          <p:cNvSpPr>
            <a:spLocks noGrp="1"/>
          </p:cNvSpPr>
          <p:nvPr>
            <p:ph type="sldNum" sz="quarter" idx="12"/>
          </p:nvPr>
        </p:nvSpPr>
        <p:spPr/>
        <p:txBody>
          <a:bodyPr/>
          <a:lstStyle/>
          <a:p>
            <a:fld id="{B450C19B-9AB2-4265-99EA-B4062EB78DBC}" type="slidenum">
              <a:rPr lang="en-US" smtClean="0"/>
              <a:t>2</a:t>
            </a:fld>
            <a:endParaRPr lang="en-US"/>
          </a:p>
        </p:txBody>
      </p:sp>
      <p:sp>
        <p:nvSpPr>
          <p:cNvPr id="5" name="TextBox 4">
            <a:extLst>
              <a:ext uri="{FF2B5EF4-FFF2-40B4-BE49-F238E27FC236}">
                <a16:creationId xmlns:a16="http://schemas.microsoft.com/office/drawing/2014/main" id="{3686DD2F-F0F8-CBA7-E149-FE9A41344A54}"/>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Welcome to Lab!</a:t>
            </a:r>
          </a:p>
        </p:txBody>
      </p:sp>
      <p:cxnSp>
        <p:nvCxnSpPr>
          <p:cNvPr id="14" name="Straight Connector 13">
            <a:extLst>
              <a:ext uri="{FF2B5EF4-FFF2-40B4-BE49-F238E27FC236}">
                <a16:creationId xmlns:a16="http://schemas.microsoft.com/office/drawing/2014/main" id="{4D2FFA1B-A442-D0F4-6B18-C20D4E2DF8FF}"/>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4384F5B-26F5-F639-66D0-D0279F5EBA62}"/>
              </a:ext>
            </a:extLst>
          </p:cNvPr>
          <p:cNvSpPr txBox="1"/>
          <p:nvPr/>
        </p:nvSpPr>
        <p:spPr>
          <a:xfrm>
            <a:off x="1285100" y="1643896"/>
            <a:ext cx="9621801" cy="3570208"/>
          </a:xfrm>
          <a:prstGeom prst="rect">
            <a:avLst/>
          </a:prstGeom>
          <a:noFill/>
        </p:spPr>
        <p:txBody>
          <a:bodyPr wrap="non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Today’s goal:</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 Going from “Single Data” to “Data Sets.”</a:t>
            </a:r>
          </a:p>
          <a:p>
            <a:pPr algn="just">
              <a:spcBef>
                <a:spcPts val="300"/>
              </a:spcBef>
              <a:spcAft>
                <a:spcPts val="300"/>
              </a:spcAft>
            </a:pPr>
            <a:endParaRPr lang="en-US" sz="2800" dirty="0">
              <a:latin typeface="Calibri" panose="020F0502020204030204" pitchFamily="34" charset="0"/>
              <a:ea typeface="Calibri" panose="020F0502020204030204" pitchFamily="34" charset="0"/>
              <a:cs typeface="Calibri" panose="020F0502020204030204" pitchFamily="34" charset="0"/>
            </a:endParaRP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Topics:</a:t>
            </a:r>
          </a:p>
          <a:p>
            <a:pPr marL="742950" lvl="1" indent="-285750" algn="just">
              <a:spcBef>
                <a:spcPts val="300"/>
              </a:spcBef>
              <a:spcAft>
                <a:spcPts val="300"/>
              </a:spcAf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One-Dimensional Arrays: Efficiently managing lists of data</a:t>
            </a:r>
          </a:p>
          <a:p>
            <a:pPr marL="742950" lvl="1" indent="-285750" algn="just">
              <a:spcBef>
                <a:spcPts val="300"/>
              </a:spcBef>
              <a:spcAft>
                <a:spcPts val="300"/>
              </a:spcAf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Strings: How C handles text (The </a:t>
            </a:r>
            <a:r>
              <a:rPr lang="en-US" sz="2800" dirty="0">
                <a:latin typeface="Fira Code Medium" panose="020B0809050000020004" pitchFamily="49" charset="0"/>
                <a:ea typeface="Fira Code Medium" panose="020B0809050000020004" pitchFamily="49" charset="0"/>
                <a:cs typeface="Fira Code Medium" panose="020B0809050000020004" pitchFamily="49" charset="0"/>
              </a:rPr>
              <a:t>char</a:t>
            </a:r>
            <a:r>
              <a:rPr lang="en-US" sz="2800" dirty="0">
                <a:latin typeface="Calibri" panose="020F0502020204030204" pitchFamily="34" charset="0"/>
                <a:ea typeface="Calibri" panose="020F0502020204030204" pitchFamily="34" charset="0"/>
                <a:cs typeface="Calibri" panose="020F0502020204030204" pitchFamily="34" charset="0"/>
              </a:rPr>
              <a:t> array)</a:t>
            </a:r>
          </a:p>
          <a:p>
            <a:pPr marL="742950" lvl="1" indent="-285750" algn="just">
              <a:spcBef>
                <a:spcPts val="300"/>
              </a:spcBef>
              <a:spcAft>
                <a:spcPts val="300"/>
              </a:spcAft>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Two-Dimensional Arrays: Visualizing data in tables and grids</a:t>
            </a:r>
          </a:p>
        </p:txBody>
      </p:sp>
      <p:pic>
        <p:nvPicPr>
          <p:cNvPr id="2" name="Picture 2" descr="one-dimensional-array-in-c">
            <a:extLst>
              <a:ext uri="{FF2B5EF4-FFF2-40B4-BE49-F238E27FC236}">
                <a16:creationId xmlns:a16="http://schemas.microsoft.com/office/drawing/2014/main" id="{D6DFC1B1-51F9-55F1-BFAB-9645DF49CA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9042" y="4331854"/>
            <a:ext cx="4877922" cy="1956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1471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547AA-E49D-FFF5-FD5D-8D79ECCE19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F0E6AFF-71A0-0546-A7B0-FFD97EB43933}"/>
              </a:ext>
            </a:extLst>
          </p:cNvPr>
          <p:cNvSpPr>
            <a:spLocks noGrp="1"/>
          </p:cNvSpPr>
          <p:nvPr>
            <p:ph type="sldNum" sz="quarter" idx="12"/>
          </p:nvPr>
        </p:nvSpPr>
        <p:spPr/>
        <p:txBody>
          <a:bodyPr/>
          <a:lstStyle/>
          <a:p>
            <a:fld id="{B450C19B-9AB2-4265-99EA-B4062EB78DBC}" type="slidenum">
              <a:rPr lang="en-US" smtClean="0"/>
              <a:t>3</a:t>
            </a:fld>
            <a:endParaRPr lang="en-US"/>
          </a:p>
        </p:txBody>
      </p:sp>
      <p:sp>
        <p:nvSpPr>
          <p:cNvPr id="5" name="TextBox 4">
            <a:extLst>
              <a:ext uri="{FF2B5EF4-FFF2-40B4-BE49-F238E27FC236}">
                <a16:creationId xmlns:a16="http://schemas.microsoft.com/office/drawing/2014/main" id="{BA3F9E5A-C940-109C-4491-AD8C444E11CE}"/>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284313A4-35DF-EF5A-EED5-51781829009B}"/>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6BF1E9D1-A9B8-203C-9DB6-468B078F1E52}"/>
              </a:ext>
            </a:extLst>
          </p:cNvPr>
          <p:cNvSpPr txBox="1"/>
          <p:nvPr/>
        </p:nvSpPr>
        <p:spPr>
          <a:xfrm>
            <a:off x="972670" y="945846"/>
            <a:ext cx="10246659" cy="3693319"/>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An </a:t>
            </a:r>
            <a:r>
              <a:rPr lang="en-US" sz="2800" b="1" dirty="0">
                <a:latin typeface="Calibri" panose="020F0502020204030204" pitchFamily="34" charset="0"/>
                <a:ea typeface="Calibri" panose="020F0502020204030204" pitchFamily="34" charset="0"/>
                <a:cs typeface="Calibri" panose="020F0502020204030204" pitchFamily="34" charset="0"/>
              </a:rPr>
              <a:t>array</a:t>
            </a:r>
            <a:r>
              <a:rPr lang="en-US" sz="2800" dirty="0">
                <a:latin typeface="Calibri" panose="020F0502020204030204" pitchFamily="34" charset="0"/>
                <a:ea typeface="Calibri" panose="020F0502020204030204" pitchFamily="34" charset="0"/>
                <a:cs typeface="Calibri" panose="020F0502020204030204" pitchFamily="34" charset="0"/>
              </a:rPr>
              <a:t> is a linear data structure that stores a fixed-size sequence of elements of the </a:t>
            </a:r>
            <a:r>
              <a:rPr lang="en-US" sz="2800" u="sng" dirty="0">
                <a:latin typeface="Calibri" panose="020F0502020204030204" pitchFamily="34" charset="0"/>
                <a:ea typeface="Calibri" panose="020F0502020204030204" pitchFamily="34" charset="0"/>
                <a:cs typeface="Calibri" panose="020F0502020204030204" pitchFamily="34" charset="0"/>
              </a:rPr>
              <a:t>same data type</a:t>
            </a:r>
            <a:r>
              <a:rPr lang="en-US" sz="2800" dirty="0">
                <a:latin typeface="Calibri" panose="020F0502020204030204" pitchFamily="34" charset="0"/>
                <a:ea typeface="Calibri" panose="020F0502020204030204" pitchFamily="34" charset="0"/>
                <a:cs typeface="Calibri" panose="020F0502020204030204" pitchFamily="34" charset="0"/>
              </a:rPr>
              <a:t> in contiguous memory locations. </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Arrays can also be of </a:t>
            </a:r>
            <a:r>
              <a:rPr lang="en-US" sz="2800" u="sng" dirty="0">
                <a:latin typeface="Calibri" panose="020F0502020204030204" pitchFamily="34" charset="0"/>
                <a:ea typeface="Calibri" panose="020F0502020204030204" pitchFamily="34" charset="0"/>
                <a:cs typeface="Calibri" panose="020F0502020204030204" pitchFamily="34" charset="0"/>
              </a:rPr>
              <a:t>different types</a:t>
            </a:r>
            <a:r>
              <a:rPr lang="en-US" sz="2800" dirty="0">
                <a:latin typeface="Calibri" panose="020F0502020204030204" pitchFamily="34" charset="0"/>
                <a:ea typeface="Calibri" panose="020F0502020204030204" pitchFamily="34" charset="0"/>
                <a:cs typeface="Calibri" panose="020F0502020204030204" pitchFamily="34" charset="0"/>
              </a:rPr>
              <a:t> depending upon the direction/dimension they can store the elements. It can be 1D, 2D, 3D, and more.</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 one-dimensional array can be viewed as a linear sequence of elements. We can only increase or decrease its size in a single direction.</a:t>
            </a:r>
          </a:p>
        </p:txBody>
      </p:sp>
      <p:pic>
        <p:nvPicPr>
          <p:cNvPr id="1026" name="Picture 2" descr="one-dimensional-array-in-c">
            <a:extLst>
              <a:ext uri="{FF2B5EF4-FFF2-40B4-BE49-F238E27FC236}">
                <a16:creationId xmlns:a16="http://schemas.microsoft.com/office/drawing/2014/main" id="{EBACC4E6-3BF5-D949-F44B-87518A14EE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039" y="4331854"/>
            <a:ext cx="4877922" cy="1956046"/>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ne-dimensional-array-initialization-in-c">
            <a:extLst>
              <a:ext uri="{FF2B5EF4-FFF2-40B4-BE49-F238E27FC236}">
                <a16:creationId xmlns:a16="http://schemas.microsoft.com/office/drawing/2014/main" id="{7A503D23-5D97-73A3-50A2-EB0C70FD6A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0548" y="3627271"/>
            <a:ext cx="5021580" cy="2360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158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22AC9-1072-C459-8AED-2A017DB11B2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2C52553-569C-F525-E41D-8A45E61EE6D6}"/>
              </a:ext>
            </a:extLst>
          </p:cNvPr>
          <p:cNvSpPr>
            <a:spLocks noGrp="1"/>
          </p:cNvSpPr>
          <p:nvPr>
            <p:ph type="sldNum" sz="quarter" idx="12"/>
          </p:nvPr>
        </p:nvSpPr>
        <p:spPr/>
        <p:txBody>
          <a:bodyPr/>
          <a:lstStyle/>
          <a:p>
            <a:fld id="{B450C19B-9AB2-4265-99EA-B4062EB78DBC}" type="slidenum">
              <a:rPr lang="en-US" smtClean="0"/>
              <a:t>4</a:t>
            </a:fld>
            <a:endParaRPr lang="en-US"/>
          </a:p>
        </p:txBody>
      </p:sp>
      <p:sp>
        <p:nvSpPr>
          <p:cNvPr id="5" name="TextBox 4">
            <a:extLst>
              <a:ext uri="{FF2B5EF4-FFF2-40B4-BE49-F238E27FC236}">
                <a16:creationId xmlns:a16="http://schemas.microsoft.com/office/drawing/2014/main" id="{B10106CB-5E56-F905-F77F-9236B2354D60}"/>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DC8EF939-CA01-9313-EC93-FD9E94E06337}"/>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2DBEEC2F-84D8-909A-0AC5-72B983A328B1}"/>
              </a:ext>
            </a:extLst>
          </p:cNvPr>
          <p:cNvSpPr txBox="1"/>
          <p:nvPr/>
        </p:nvSpPr>
        <p:spPr>
          <a:xfrm>
            <a:off x="972670" y="1355478"/>
            <a:ext cx="10246659" cy="2354491"/>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To correctly declare and assign data in a 1D Array we require a few different values.</a:t>
            </a:r>
          </a:p>
          <a:p>
            <a:pPr algn="just">
              <a:spcBef>
                <a:spcPts val="300"/>
              </a:spcBef>
              <a:spcAft>
                <a:spcPts val="300"/>
              </a:spcAft>
            </a:pPr>
            <a:endParaRPr lang="en-US" sz="2800" dirty="0">
              <a:latin typeface="Calibri" panose="020F0502020204030204" pitchFamily="34" charset="0"/>
              <a:ea typeface="Calibri" panose="020F0502020204030204" pitchFamily="34" charset="0"/>
              <a:cs typeface="Calibri" panose="020F0502020204030204" pitchFamily="34" charset="0"/>
            </a:endParaRPr>
          </a:p>
          <a:p>
            <a:pPr algn="just">
              <a:spcBef>
                <a:spcPts val="300"/>
              </a:spcBef>
              <a:spcAft>
                <a:spcPts val="300"/>
              </a:spcAft>
            </a:pPr>
            <a:r>
              <a:rPr lang="en-US" sz="2000" dirty="0" err="1">
                <a:latin typeface="Fira Code Medium" panose="020B0809050000020004" pitchFamily="49" charset="0"/>
                <a:ea typeface="Fira Code Medium" panose="020B0809050000020004" pitchFamily="49" charset="0"/>
                <a:cs typeface="Fira Code Medium" panose="020B0809050000020004" pitchFamily="49" charset="0"/>
              </a:rPr>
              <a:t>elements_type</a:t>
            </a:r>
            <a:r>
              <a:rPr lang="en-US" sz="20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2000" dirty="0" err="1">
                <a:latin typeface="Fira Code Medium" panose="020B0809050000020004" pitchFamily="49" charset="0"/>
                <a:ea typeface="Fira Code Medium" panose="020B0809050000020004" pitchFamily="49" charset="0"/>
                <a:cs typeface="Fira Code Medium" panose="020B0809050000020004" pitchFamily="49" charset="0"/>
              </a:rPr>
              <a:t>array_name</a:t>
            </a:r>
            <a:r>
              <a:rPr lang="en-US" sz="20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2000" dirty="0" err="1">
                <a:latin typeface="Fira Code Medium" panose="020B0809050000020004" pitchFamily="49" charset="0"/>
                <a:ea typeface="Fira Code Medium" panose="020B0809050000020004" pitchFamily="49" charset="0"/>
                <a:cs typeface="Fira Code Medium" panose="020B0809050000020004" pitchFamily="49" charset="0"/>
              </a:rPr>
              <a:t>array_size</a:t>
            </a:r>
            <a:r>
              <a:rPr lang="en-US" sz="2000" dirty="0">
                <a:latin typeface="Fira Code Medium" panose="020B0809050000020004" pitchFamily="49" charset="0"/>
                <a:ea typeface="Fira Code Medium" panose="020B0809050000020004" pitchFamily="49" charset="0"/>
                <a:cs typeface="Fira Code Medium" panose="020B0809050000020004" pitchFamily="49" charset="0"/>
              </a:rPr>
              <a:t>] = {value1, value2, ... };</a:t>
            </a:r>
          </a:p>
          <a:p>
            <a:pPr algn="just">
              <a:spcBef>
                <a:spcPts val="300"/>
              </a:spcBef>
              <a:spcAft>
                <a:spcPts val="300"/>
              </a:spcAft>
            </a:pPr>
            <a:endParaRPr lang="en-US" sz="2800" dirty="0">
              <a:latin typeface="Calibri" panose="020F0502020204030204" pitchFamily="34" charset="0"/>
              <a:ea typeface="Calibri" panose="020F0502020204030204" pitchFamily="34" charset="0"/>
              <a:cs typeface="Calibri" panose="020F0502020204030204" pitchFamily="34" charset="0"/>
            </a:endParaRPr>
          </a:p>
        </p:txBody>
      </p:sp>
      <p:pic>
        <p:nvPicPr>
          <p:cNvPr id="1026" name="Picture 2" descr="one-dimensional-array-in-c">
            <a:extLst>
              <a:ext uri="{FF2B5EF4-FFF2-40B4-BE49-F238E27FC236}">
                <a16:creationId xmlns:a16="http://schemas.microsoft.com/office/drawing/2014/main" id="{82F3B79D-90A0-8633-C117-2DB69A269A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0280" y="4331854"/>
            <a:ext cx="4877922" cy="1956046"/>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one-dimensional-array-initialization-in-c">
            <a:extLst>
              <a:ext uri="{FF2B5EF4-FFF2-40B4-BE49-F238E27FC236}">
                <a16:creationId xmlns:a16="http://schemas.microsoft.com/office/drawing/2014/main" id="{4FEB112B-563F-ED8A-03BD-626B7812BE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020" y="3627271"/>
            <a:ext cx="5021580" cy="2360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97857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04784-577A-A83E-89B0-B58967B1527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8C2266F-4067-AED1-2F17-FF08CAF45C6B}"/>
              </a:ext>
            </a:extLst>
          </p:cNvPr>
          <p:cNvSpPr>
            <a:spLocks noGrp="1"/>
          </p:cNvSpPr>
          <p:nvPr>
            <p:ph type="sldNum" sz="quarter" idx="12"/>
          </p:nvPr>
        </p:nvSpPr>
        <p:spPr/>
        <p:txBody>
          <a:bodyPr/>
          <a:lstStyle/>
          <a:p>
            <a:fld id="{B450C19B-9AB2-4265-99EA-B4062EB78DBC}" type="slidenum">
              <a:rPr lang="en-US" smtClean="0"/>
              <a:t>5</a:t>
            </a:fld>
            <a:endParaRPr lang="en-US"/>
          </a:p>
        </p:txBody>
      </p:sp>
      <p:sp>
        <p:nvSpPr>
          <p:cNvPr id="5" name="TextBox 4">
            <a:extLst>
              <a:ext uri="{FF2B5EF4-FFF2-40B4-BE49-F238E27FC236}">
                <a16:creationId xmlns:a16="http://schemas.microsoft.com/office/drawing/2014/main" id="{4AFC54AB-2862-F5CA-5D6F-D97B6374998E}"/>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1A5E0080-71D7-DBC4-BE70-BBDDF95E417A}"/>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3862B22C-A131-7096-C46F-F48588D8C522}"/>
              </a:ext>
            </a:extLst>
          </p:cNvPr>
          <p:cNvSpPr txBox="1"/>
          <p:nvPr/>
        </p:nvSpPr>
        <p:spPr>
          <a:xfrm>
            <a:off x="256033" y="709147"/>
            <a:ext cx="6693407" cy="523220"/>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Example: Illustrating of creation of an array.</a:t>
            </a:r>
            <a:endParaRPr lang="en-US" sz="2800" dirty="0">
              <a:latin typeface="Fira Code Medium" panose="020B0809050000020004" pitchFamily="49" charset="0"/>
              <a:ea typeface="Fira Code Medium" panose="020B0809050000020004" pitchFamily="49" charset="0"/>
              <a:cs typeface="Fira Code Medium" panose="020B0809050000020004" pitchFamily="49" charset="0"/>
            </a:endParaRPr>
          </a:p>
        </p:txBody>
      </p:sp>
      <p:pic>
        <p:nvPicPr>
          <p:cNvPr id="2050" name="Picture 2" descr="one-dimensional-array-initialization-in-c">
            <a:extLst>
              <a:ext uri="{FF2B5EF4-FFF2-40B4-BE49-F238E27FC236}">
                <a16:creationId xmlns:a16="http://schemas.microsoft.com/office/drawing/2014/main" id="{5482B803-5939-32FE-7BCE-79B47362F5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0086" y="3627271"/>
            <a:ext cx="5021580" cy="236014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F84D2EC-5AE1-A3C4-68E1-6587B56B4E96}"/>
              </a:ext>
            </a:extLst>
          </p:cNvPr>
          <p:cNvSpPr txBox="1"/>
          <p:nvPr/>
        </p:nvSpPr>
        <p:spPr>
          <a:xfrm>
            <a:off x="2749296" y="1232367"/>
            <a:ext cx="6693407" cy="5278368"/>
          </a:xfrm>
          <a:prstGeom prst="rect">
            <a:avLst/>
          </a:prstGeom>
          <a:noFill/>
        </p:spPr>
        <p:txBody>
          <a:bodyPr wrap="square" rtlCol="0" anchor="ctr">
            <a:spAutoFit/>
          </a:bodyPr>
          <a:lstStyle/>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#include &lt;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stdio.h</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&gt;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int main()</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declaring and initializing array</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[5] = { 1, 2, 4, 8, 16 };</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printing it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5;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("%d ",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("\n");</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updating elements</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[3] = 9721;</a:t>
            </a:r>
          </a:p>
          <a:p>
            <a:pPr algn="just">
              <a:spcBef>
                <a:spcPts val="300"/>
              </a:spcBef>
              <a:spcAft>
                <a:spcPts val="300"/>
              </a:spcAft>
            </a:pP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 printing again</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5;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("%d ",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arr</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return 0;</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p:txBody>
      </p:sp>
      <p:sp>
        <p:nvSpPr>
          <p:cNvPr id="6" name="TextBox 5">
            <a:extLst>
              <a:ext uri="{FF2B5EF4-FFF2-40B4-BE49-F238E27FC236}">
                <a16:creationId xmlns:a16="http://schemas.microsoft.com/office/drawing/2014/main" id="{F7AB5120-67C2-CD13-3A9B-140964CE6347}"/>
              </a:ext>
            </a:extLst>
          </p:cNvPr>
          <p:cNvSpPr txBox="1"/>
          <p:nvPr/>
        </p:nvSpPr>
        <p:spPr>
          <a:xfrm>
            <a:off x="7954154" y="2736502"/>
            <a:ext cx="2977097" cy="1384995"/>
          </a:xfrm>
          <a:prstGeom prst="rect">
            <a:avLst/>
          </a:prstGeom>
          <a:noFill/>
        </p:spPr>
        <p:txBody>
          <a:bodyPr wrap="none" rtlCol="0">
            <a:spAutoFit/>
          </a:bodyPr>
          <a:lstStyle/>
          <a:p>
            <a:r>
              <a:rPr lang="en-US" sz="2800" dirty="0">
                <a:latin typeface="Calibri" panose="020F0502020204030204" pitchFamily="34" charset="0"/>
                <a:ea typeface="Calibri" panose="020F0502020204030204" pitchFamily="34" charset="0"/>
                <a:cs typeface="Calibri" panose="020F0502020204030204" pitchFamily="34" charset="0"/>
              </a:rPr>
              <a:t>Output:</a:t>
            </a:r>
          </a:p>
          <a:p>
            <a:r>
              <a:rPr lang="en-US" sz="2800" dirty="0">
                <a:latin typeface="Fira Code Medium" panose="020B0809050000020004" pitchFamily="49" charset="0"/>
                <a:ea typeface="Fira Code Medium" panose="020B0809050000020004" pitchFamily="49" charset="0"/>
                <a:cs typeface="Fira Code Medium" panose="020B0809050000020004" pitchFamily="49" charset="0"/>
              </a:rPr>
              <a:t>1 2 4 8 16 </a:t>
            </a:r>
          </a:p>
          <a:p>
            <a:r>
              <a:rPr lang="en-US" sz="2800" dirty="0">
                <a:latin typeface="Fira Code Medium" panose="020B0809050000020004" pitchFamily="49" charset="0"/>
                <a:ea typeface="Fira Code Medium" panose="020B0809050000020004" pitchFamily="49" charset="0"/>
                <a:cs typeface="Fira Code Medium" panose="020B0809050000020004" pitchFamily="49" charset="0"/>
              </a:rPr>
              <a:t>1 2 4 9721 16</a:t>
            </a:r>
          </a:p>
        </p:txBody>
      </p:sp>
    </p:spTree>
    <p:extLst>
      <p:ext uri="{BB962C8B-B14F-4D97-AF65-F5344CB8AC3E}">
        <p14:creationId xmlns:p14="http://schemas.microsoft.com/office/powerpoint/2010/main" val="1725047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A342EB-44B9-854A-BE2B-D65E0F4EBB4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A765869-A48A-D5DB-EFE3-18DA56B3DD9E}"/>
              </a:ext>
            </a:extLst>
          </p:cNvPr>
          <p:cNvSpPr>
            <a:spLocks noGrp="1"/>
          </p:cNvSpPr>
          <p:nvPr>
            <p:ph type="sldNum" sz="quarter" idx="12"/>
          </p:nvPr>
        </p:nvSpPr>
        <p:spPr/>
        <p:txBody>
          <a:bodyPr/>
          <a:lstStyle/>
          <a:p>
            <a:fld id="{B450C19B-9AB2-4265-99EA-B4062EB78DBC}" type="slidenum">
              <a:rPr lang="en-US" smtClean="0"/>
              <a:t>6</a:t>
            </a:fld>
            <a:endParaRPr lang="en-US"/>
          </a:p>
        </p:txBody>
      </p:sp>
      <p:sp>
        <p:nvSpPr>
          <p:cNvPr id="5" name="TextBox 4">
            <a:extLst>
              <a:ext uri="{FF2B5EF4-FFF2-40B4-BE49-F238E27FC236}">
                <a16:creationId xmlns:a16="http://schemas.microsoft.com/office/drawing/2014/main" id="{DCBF2091-E9E9-2EBA-E9B9-CDDE3C42853C}"/>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One-Dimensional Array</a:t>
            </a:r>
          </a:p>
        </p:txBody>
      </p:sp>
      <p:cxnSp>
        <p:nvCxnSpPr>
          <p:cNvPr id="14" name="Straight Connector 13">
            <a:extLst>
              <a:ext uri="{FF2B5EF4-FFF2-40B4-BE49-F238E27FC236}">
                <a16:creationId xmlns:a16="http://schemas.microsoft.com/office/drawing/2014/main" id="{8CE9EB04-FD07-B569-711C-CB4766C11EC8}"/>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E13E6593-9EA8-9D71-536D-D51985740EB2}"/>
              </a:ext>
            </a:extLst>
          </p:cNvPr>
          <p:cNvSpPr txBox="1"/>
          <p:nvPr/>
        </p:nvSpPr>
        <p:spPr>
          <a:xfrm>
            <a:off x="256033" y="709147"/>
            <a:ext cx="8475591" cy="523220"/>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Example: A code that calculates user's inputs. </a:t>
            </a:r>
            <a:endParaRPr lang="en-US" sz="2800" dirty="0">
              <a:latin typeface="Fira Code Medium" panose="020B0809050000020004" pitchFamily="49" charset="0"/>
              <a:ea typeface="Fira Code Medium" panose="020B0809050000020004" pitchFamily="49" charset="0"/>
              <a:cs typeface="Fira Code Medium" panose="020B0809050000020004" pitchFamily="49" charset="0"/>
            </a:endParaRPr>
          </a:p>
        </p:txBody>
      </p:sp>
      <p:sp>
        <p:nvSpPr>
          <p:cNvPr id="3" name="TextBox 2">
            <a:extLst>
              <a:ext uri="{FF2B5EF4-FFF2-40B4-BE49-F238E27FC236}">
                <a16:creationId xmlns:a16="http://schemas.microsoft.com/office/drawing/2014/main" id="{D1DCC3DF-DFB8-22F5-CD88-33C983258470}"/>
              </a:ext>
            </a:extLst>
          </p:cNvPr>
          <p:cNvSpPr txBox="1"/>
          <p:nvPr/>
        </p:nvSpPr>
        <p:spPr>
          <a:xfrm>
            <a:off x="2749295" y="1232367"/>
            <a:ext cx="6693407" cy="5278368"/>
          </a:xfrm>
          <a:prstGeom prst="rect">
            <a:avLst/>
          </a:prstGeom>
          <a:noFill/>
        </p:spPr>
        <p:txBody>
          <a:bodyPr wrap="square" rtlCol="0" anchor="ctr">
            <a:spAutoFit/>
          </a:bodyPr>
          <a:lstStyle/>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#include &lt;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stdio.h</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&gt;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int main()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float prices[4]; </a:t>
            </a: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Array to store prices of 4 items</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float total = 0;</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int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Input: Entering prices for 4 items</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("Enter the price for 4 items:\n");</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4;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("Item %d: $",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+ 1);</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scanf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("%f", &amp;prices[</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a:solidFill>
                  <a:schemeClr val="accent6">
                    <a:lumMod val="75000"/>
                  </a:schemeClr>
                </a:solidFill>
                <a:latin typeface="Fira Code Medium" panose="020B0809050000020004" pitchFamily="49" charset="0"/>
                <a:ea typeface="Fira Code Medium" panose="020B0809050000020004" pitchFamily="49" charset="0"/>
                <a:cs typeface="Fira Code Medium" panose="020B0809050000020004" pitchFamily="49" charset="0"/>
              </a:rPr>
              <a:t>// Processing: Calculating the total</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for(</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 0;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&lt; 4;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total = total + prices[</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i</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printf</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r>
              <a:rPr lang="en-US" sz="1400" dirty="0" err="1">
                <a:latin typeface="Fira Code Medium" panose="020B0809050000020004" pitchFamily="49" charset="0"/>
                <a:ea typeface="Fira Code Medium" panose="020B0809050000020004" pitchFamily="49" charset="0"/>
                <a:cs typeface="Fira Code Medium" panose="020B0809050000020004" pitchFamily="49" charset="0"/>
              </a:rPr>
              <a:t>nTotal</a:t>
            </a: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Bill: $%.2f\n", total);</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    return 0;</a:t>
            </a:r>
          </a:p>
          <a:p>
            <a:pPr algn="just">
              <a:spcBef>
                <a:spcPts val="300"/>
              </a:spcBef>
              <a:spcAft>
                <a:spcPts val="300"/>
              </a:spcAft>
            </a:pPr>
            <a:r>
              <a:rPr lang="en-US" sz="1400" dirty="0">
                <a:latin typeface="Fira Code Medium" panose="020B0809050000020004" pitchFamily="49" charset="0"/>
                <a:ea typeface="Fira Code Medium" panose="020B0809050000020004" pitchFamily="49" charset="0"/>
                <a:cs typeface="Fira Code Medium" panose="020B0809050000020004" pitchFamily="49" charset="0"/>
              </a:rPr>
              <a:t>}</a:t>
            </a:r>
          </a:p>
        </p:txBody>
      </p:sp>
      <p:pic>
        <p:nvPicPr>
          <p:cNvPr id="10" name="Picture 9">
            <a:extLst>
              <a:ext uri="{FF2B5EF4-FFF2-40B4-BE49-F238E27FC236}">
                <a16:creationId xmlns:a16="http://schemas.microsoft.com/office/drawing/2014/main" id="{438C2676-BB3A-AFC7-4C52-C00761C12A8E}"/>
              </a:ext>
            </a:extLst>
          </p:cNvPr>
          <p:cNvPicPr>
            <a:picLocks noChangeAspect="1"/>
          </p:cNvPicPr>
          <p:nvPr/>
        </p:nvPicPr>
        <p:blipFill>
          <a:blip r:embed="rId2"/>
          <a:stretch>
            <a:fillRect/>
          </a:stretch>
        </p:blipFill>
        <p:spPr>
          <a:xfrm>
            <a:off x="7827286" y="2536425"/>
            <a:ext cx="4108678" cy="1785150"/>
          </a:xfrm>
          <a:prstGeom prst="rect">
            <a:avLst/>
          </a:prstGeom>
        </p:spPr>
      </p:pic>
      <p:pic>
        <p:nvPicPr>
          <p:cNvPr id="11" name="Picture 10">
            <a:extLst>
              <a:ext uri="{FF2B5EF4-FFF2-40B4-BE49-F238E27FC236}">
                <a16:creationId xmlns:a16="http://schemas.microsoft.com/office/drawing/2014/main" id="{A5EB826B-D056-9A01-8D1B-2C32E7AFC6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2789" y="7074373"/>
            <a:ext cx="5544670" cy="2779266"/>
          </a:xfrm>
          <a:prstGeom prst="rect">
            <a:avLst/>
          </a:prstGeom>
        </p:spPr>
      </p:pic>
    </p:spTree>
    <p:extLst>
      <p:ext uri="{BB962C8B-B14F-4D97-AF65-F5344CB8AC3E}">
        <p14:creationId xmlns:p14="http://schemas.microsoft.com/office/powerpoint/2010/main" val="3346343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8AD799-26F2-2A51-A2F2-A35F48605C9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FBA97FC-9EF0-FE67-2C4E-D462108B0CFA}"/>
              </a:ext>
            </a:extLst>
          </p:cNvPr>
          <p:cNvSpPr>
            <a:spLocks noGrp="1"/>
          </p:cNvSpPr>
          <p:nvPr>
            <p:ph type="sldNum" sz="quarter" idx="12"/>
          </p:nvPr>
        </p:nvSpPr>
        <p:spPr/>
        <p:txBody>
          <a:bodyPr/>
          <a:lstStyle/>
          <a:p>
            <a:fld id="{B450C19B-9AB2-4265-99EA-B4062EB78DBC}" type="slidenum">
              <a:rPr lang="en-US" smtClean="0"/>
              <a:t>7</a:t>
            </a:fld>
            <a:endParaRPr lang="en-US"/>
          </a:p>
        </p:txBody>
      </p:sp>
      <p:sp>
        <p:nvSpPr>
          <p:cNvPr id="5" name="TextBox 4">
            <a:extLst>
              <a:ext uri="{FF2B5EF4-FFF2-40B4-BE49-F238E27FC236}">
                <a16:creationId xmlns:a16="http://schemas.microsoft.com/office/drawing/2014/main" id="{74BAB6DD-D70A-1921-3B05-D971A799903A}"/>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2CC1743E-FBAB-B8D9-D65B-3F04C7E35747}"/>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F1D8364A-D1A5-5EB7-0C12-5BF72B4440DC}"/>
              </a:ext>
            </a:extLst>
          </p:cNvPr>
          <p:cNvSpPr txBox="1"/>
          <p:nvPr/>
        </p:nvSpPr>
        <p:spPr>
          <a:xfrm>
            <a:off x="972670" y="709147"/>
            <a:ext cx="10246659" cy="2754600"/>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 </a:t>
            </a:r>
            <a:r>
              <a:rPr lang="en-US" sz="2800" b="1" dirty="0">
                <a:latin typeface="Calibri" panose="020F0502020204030204" pitchFamily="34" charset="0"/>
                <a:ea typeface="Calibri" panose="020F0502020204030204" pitchFamily="34" charset="0"/>
                <a:cs typeface="Calibri" panose="020F0502020204030204" pitchFamily="34" charset="0"/>
              </a:rPr>
              <a:t>string</a:t>
            </a:r>
            <a:r>
              <a:rPr lang="en-US" sz="2800" dirty="0">
                <a:latin typeface="Calibri" panose="020F0502020204030204" pitchFamily="34" charset="0"/>
                <a:ea typeface="Calibri" panose="020F0502020204030204" pitchFamily="34" charset="0"/>
                <a:cs typeface="Calibri" panose="020F0502020204030204" pitchFamily="34" charset="0"/>
              </a:rPr>
              <a:t> is an array of characters terminated by a special character '\0' (null character). This null character marks the end of the string and is essential for proper string manipulation.</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Unlike many other programming languages, C does not have a String type to easily create string variables. Instead, you must use the </a:t>
            </a:r>
            <a:r>
              <a:rPr lang="en-US" sz="2800" dirty="0">
                <a:latin typeface="Fira Code Medium" panose="020B0809050000020004" pitchFamily="49" charset="0"/>
                <a:ea typeface="Fira Code Medium" panose="020B0809050000020004" pitchFamily="49" charset="0"/>
                <a:cs typeface="Fira Code Medium" panose="020B0809050000020004" pitchFamily="49" charset="0"/>
              </a:rPr>
              <a:t>char</a:t>
            </a:r>
            <a:r>
              <a:rPr lang="en-US" sz="2800" dirty="0">
                <a:latin typeface="Calibri" panose="020F0502020204030204" pitchFamily="34" charset="0"/>
                <a:ea typeface="Calibri" panose="020F0502020204030204" pitchFamily="34" charset="0"/>
                <a:cs typeface="Calibri" panose="020F0502020204030204" pitchFamily="34" charset="0"/>
              </a:rPr>
              <a:t> type and create an array of characters to make a string in C.</a:t>
            </a:r>
          </a:p>
        </p:txBody>
      </p:sp>
      <p:pic>
        <p:nvPicPr>
          <p:cNvPr id="12" name="Picture 11">
            <a:extLst>
              <a:ext uri="{FF2B5EF4-FFF2-40B4-BE49-F238E27FC236}">
                <a16:creationId xmlns:a16="http://schemas.microsoft.com/office/drawing/2014/main" id="{A7A3AF2E-7A33-C756-BDCC-336D350156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3664" y="3520415"/>
            <a:ext cx="5544670" cy="2779266"/>
          </a:xfrm>
          <a:prstGeom prst="rect">
            <a:avLst/>
          </a:prstGeom>
        </p:spPr>
      </p:pic>
    </p:spTree>
    <p:extLst>
      <p:ext uri="{BB962C8B-B14F-4D97-AF65-F5344CB8AC3E}">
        <p14:creationId xmlns:p14="http://schemas.microsoft.com/office/powerpoint/2010/main" val="31873827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F04B-0421-8A3E-E834-6B4C29C4BC5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0CAADC3-8C03-6871-8B7F-53A0ED4FDFFE}"/>
              </a:ext>
            </a:extLst>
          </p:cNvPr>
          <p:cNvSpPr>
            <a:spLocks noGrp="1"/>
          </p:cNvSpPr>
          <p:nvPr>
            <p:ph type="sldNum" sz="quarter" idx="12"/>
          </p:nvPr>
        </p:nvSpPr>
        <p:spPr/>
        <p:txBody>
          <a:bodyPr/>
          <a:lstStyle/>
          <a:p>
            <a:fld id="{B450C19B-9AB2-4265-99EA-B4062EB78DBC}" type="slidenum">
              <a:rPr lang="en-US" smtClean="0"/>
              <a:t>8</a:t>
            </a:fld>
            <a:endParaRPr lang="en-US"/>
          </a:p>
        </p:txBody>
      </p:sp>
      <p:sp>
        <p:nvSpPr>
          <p:cNvPr id="5" name="TextBox 4">
            <a:extLst>
              <a:ext uri="{FF2B5EF4-FFF2-40B4-BE49-F238E27FC236}">
                <a16:creationId xmlns:a16="http://schemas.microsoft.com/office/drawing/2014/main" id="{00858F2A-3123-72AD-0C7F-69B20AFA261E}"/>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7CB2C71D-FB36-F66E-21EF-11E1B9232CCE}"/>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D41E15DF-5F52-D967-024B-B364C339BE7A}"/>
              </a:ext>
            </a:extLst>
          </p:cNvPr>
          <p:cNvSpPr txBox="1"/>
          <p:nvPr/>
        </p:nvSpPr>
        <p:spPr>
          <a:xfrm>
            <a:off x="147917" y="782856"/>
            <a:ext cx="5948083" cy="2846933"/>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 declaring and initializing a string</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str[] = “Codes";</a:t>
            </a:r>
          </a:p>
          <a:p>
            <a:pPr>
              <a:spcBef>
                <a:spcPts val="300"/>
              </a:spcBef>
              <a:spcAft>
                <a:spcPts val="300"/>
              </a:spcAft>
            </a:pP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 printing the string</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string is: %s\n", str);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pic>
        <p:nvPicPr>
          <p:cNvPr id="12" name="Picture 11">
            <a:extLst>
              <a:ext uri="{FF2B5EF4-FFF2-40B4-BE49-F238E27FC236}">
                <a16:creationId xmlns:a16="http://schemas.microsoft.com/office/drawing/2014/main" id="{3C6B6BD2-DCB2-AED7-C6D9-64E8B61C68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3664" y="-2907277"/>
            <a:ext cx="5544670" cy="2779266"/>
          </a:xfrm>
          <a:prstGeom prst="rect">
            <a:avLst/>
          </a:prstGeom>
        </p:spPr>
      </p:pic>
      <p:sp>
        <p:nvSpPr>
          <p:cNvPr id="3" name="TextBox 2">
            <a:extLst>
              <a:ext uri="{FF2B5EF4-FFF2-40B4-BE49-F238E27FC236}">
                <a16:creationId xmlns:a16="http://schemas.microsoft.com/office/drawing/2014/main" id="{A4F89DBE-8997-7150-C29A-DD0898F88C46}"/>
              </a:ext>
            </a:extLst>
          </p:cNvPr>
          <p:cNvSpPr txBox="1"/>
          <p:nvPr/>
        </p:nvSpPr>
        <p:spPr>
          <a:xfrm>
            <a:off x="6095999" y="782856"/>
            <a:ext cx="5948083" cy="3200876"/>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str[] = “Codes";</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Update the second</a:t>
            </a:r>
          </a:p>
          <a:p>
            <a:pPr>
              <a:spcBef>
                <a:spcPts val="300"/>
              </a:spcBef>
              <a:spcAft>
                <a:spcPts val="300"/>
              </a:spcAft>
            </a:pP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 character of string</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str[1] = ‘W';</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("%c", str[1]);</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sp>
        <p:nvSpPr>
          <p:cNvPr id="6" name="TextBox 5">
            <a:extLst>
              <a:ext uri="{FF2B5EF4-FFF2-40B4-BE49-F238E27FC236}">
                <a16:creationId xmlns:a16="http://schemas.microsoft.com/office/drawing/2014/main" id="{2479C05D-50E1-CFB1-0634-19C15AB6C053}"/>
              </a:ext>
            </a:extLst>
          </p:cNvPr>
          <p:cNvSpPr txBox="1"/>
          <p:nvPr/>
        </p:nvSpPr>
        <p:spPr>
          <a:xfrm>
            <a:off x="1836644" y="4555083"/>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The string is: Codes</a:t>
            </a:r>
          </a:p>
        </p:txBody>
      </p:sp>
      <p:sp>
        <p:nvSpPr>
          <p:cNvPr id="7" name="TextBox 6">
            <a:extLst>
              <a:ext uri="{FF2B5EF4-FFF2-40B4-BE49-F238E27FC236}">
                <a16:creationId xmlns:a16="http://schemas.microsoft.com/office/drawing/2014/main" id="{277A8175-906F-CAA5-31AC-A8941B3D5D9E}"/>
              </a:ext>
            </a:extLst>
          </p:cNvPr>
          <p:cNvSpPr txBox="1"/>
          <p:nvPr/>
        </p:nvSpPr>
        <p:spPr>
          <a:xfrm>
            <a:off x="7381314" y="4555083"/>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W</a:t>
            </a:r>
          </a:p>
        </p:txBody>
      </p:sp>
    </p:spTree>
    <p:extLst>
      <p:ext uri="{BB962C8B-B14F-4D97-AF65-F5344CB8AC3E}">
        <p14:creationId xmlns:p14="http://schemas.microsoft.com/office/powerpoint/2010/main" val="25052955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59CDF-213B-2017-13A5-FCFC0ACCA0B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6A18903-A941-55D3-11F7-13CF5B868518}"/>
              </a:ext>
            </a:extLst>
          </p:cNvPr>
          <p:cNvSpPr>
            <a:spLocks noGrp="1"/>
          </p:cNvSpPr>
          <p:nvPr>
            <p:ph type="sldNum" sz="quarter" idx="12"/>
          </p:nvPr>
        </p:nvSpPr>
        <p:spPr/>
        <p:txBody>
          <a:bodyPr/>
          <a:lstStyle/>
          <a:p>
            <a:fld id="{B450C19B-9AB2-4265-99EA-B4062EB78DBC}" type="slidenum">
              <a:rPr lang="en-US" smtClean="0"/>
              <a:t>9</a:t>
            </a:fld>
            <a:endParaRPr lang="en-US"/>
          </a:p>
        </p:txBody>
      </p:sp>
      <p:sp>
        <p:nvSpPr>
          <p:cNvPr id="5" name="TextBox 4">
            <a:extLst>
              <a:ext uri="{FF2B5EF4-FFF2-40B4-BE49-F238E27FC236}">
                <a16:creationId xmlns:a16="http://schemas.microsoft.com/office/drawing/2014/main" id="{71FDAA5F-1C7A-7C76-F35D-6D0A9CB6A29A}"/>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3BCD4AD5-8DB8-D3DD-5A56-E985F016DB23}"/>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8844A79D-464D-D59D-CB30-74C555AFF5DE}"/>
              </a:ext>
            </a:extLst>
          </p:cNvPr>
          <p:cNvSpPr txBox="1"/>
          <p:nvPr/>
        </p:nvSpPr>
        <p:spPr>
          <a:xfrm>
            <a:off x="531158" y="998299"/>
            <a:ext cx="11129683" cy="4616648"/>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The compiler counts the letters and adds +1 for the '\0' automatically</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message[] = "C Programming";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full string is: %s\n", message);</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Let's look at the string character by character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("Broken down:\n");</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13;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("Index [%d] is character: %c\n",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message[</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spTree>
    <p:extLst>
      <p:ext uri="{BB962C8B-B14F-4D97-AF65-F5344CB8AC3E}">
        <p14:creationId xmlns:p14="http://schemas.microsoft.com/office/powerpoint/2010/main" val="5046433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1D1E3-A1D8-B056-DBE6-7E528B2FB16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9C4C90E-AFF1-E5EA-76B8-412AAC11C322}"/>
              </a:ext>
            </a:extLst>
          </p:cNvPr>
          <p:cNvSpPr>
            <a:spLocks noGrp="1"/>
          </p:cNvSpPr>
          <p:nvPr>
            <p:ph type="sldNum" sz="quarter" idx="12"/>
          </p:nvPr>
        </p:nvSpPr>
        <p:spPr/>
        <p:txBody>
          <a:bodyPr/>
          <a:lstStyle/>
          <a:p>
            <a:fld id="{B450C19B-9AB2-4265-99EA-B4062EB78DBC}" type="slidenum">
              <a:rPr lang="en-US" smtClean="0"/>
              <a:t>10</a:t>
            </a:fld>
            <a:endParaRPr lang="en-US"/>
          </a:p>
        </p:txBody>
      </p:sp>
      <p:sp>
        <p:nvSpPr>
          <p:cNvPr id="5" name="TextBox 4">
            <a:extLst>
              <a:ext uri="{FF2B5EF4-FFF2-40B4-BE49-F238E27FC236}">
                <a16:creationId xmlns:a16="http://schemas.microsoft.com/office/drawing/2014/main" id="{E3AB2EBA-1FC2-9EA5-96E5-A2E759CADC9D}"/>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E99DA88B-A5BA-87C3-5C92-D40D71710844}"/>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9DA4D097-C43C-6B9F-9557-BC33F9DA792E}"/>
              </a:ext>
            </a:extLst>
          </p:cNvPr>
          <p:cNvSpPr txBox="1"/>
          <p:nvPr/>
        </p:nvSpPr>
        <p:spPr>
          <a:xfrm>
            <a:off x="531158" y="998299"/>
            <a:ext cx="11129683" cy="4616648"/>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The compiler counts the letters and adds +1 for the '\0' automatically</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message</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a:t>
            </a:r>
            <a:r>
              <a:rPr lang="en-US" dirty="0">
                <a:latin typeface="Fira Code" panose="020B0809050000020004" pitchFamily="49" charset="0"/>
                <a:ea typeface="Fira Code" panose="020B0809050000020004" pitchFamily="49" charset="0"/>
                <a:cs typeface="Fira Code" panose="020B0809050000020004" pitchFamily="49" charset="0"/>
              </a:rPr>
              <a:t> =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 Programming";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full string is: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%s</a:t>
            </a:r>
            <a:r>
              <a:rPr lang="en-US" dirty="0">
                <a:latin typeface="Fira Code" panose="020B0809050000020004" pitchFamily="49" charset="0"/>
                <a:ea typeface="Fira Code" panose="020B0809050000020004" pitchFamily="49" charset="0"/>
                <a:cs typeface="Fira Code" panose="020B0809050000020004" pitchFamily="49" charset="0"/>
              </a:rPr>
              <a:t>\n", message);</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Let's look at the string character by character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("Broken down:\n");</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13;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("Index [%d] is character: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a:t>
            </a:r>
            <a:r>
              <a:rPr lang="en-US" dirty="0">
                <a:latin typeface="Fira Code" panose="020B0809050000020004" pitchFamily="49" charset="0"/>
                <a:ea typeface="Fira Code" panose="020B0809050000020004" pitchFamily="49" charset="0"/>
                <a:cs typeface="Fira Code" panose="020B0809050000020004" pitchFamily="49" charset="0"/>
              </a:rPr>
              <a:t>\n",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message[</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pic>
        <p:nvPicPr>
          <p:cNvPr id="3" name="Picture 2">
            <a:extLst>
              <a:ext uri="{FF2B5EF4-FFF2-40B4-BE49-F238E27FC236}">
                <a16:creationId xmlns:a16="http://schemas.microsoft.com/office/drawing/2014/main" id="{D343FF23-575D-A080-8284-BCCAF97AFEA6}"/>
              </a:ext>
            </a:extLst>
          </p:cNvPr>
          <p:cNvPicPr>
            <a:picLocks noChangeAspect="1"/>
          </p:cNvPicPr>
          <p:nvPr/>
        </p:nvPicPr>
        <p:blipFill>
          <a:blip r:embed="rId3"/>
          <a:stretch>
            <a:fillRect/>
          </a:stretch>
        </p:blipFill>
        <p:spPr>
          <a:xfrm>
            <a:off x="273064" y="-5297726"/>
            <a:ext cx="11645871" cy="5149124"/>
          </a:xfrm>
          <a:prstGeom prst="rect">
            <a:avLst/>
          </a:prstGeom>
        </p:spPr>
      </p:pic>
    </p:spTree>
    <p:extLst>
      <p:ext uri="{BB962C8B-B14F-4D97-AF65-F5344CB8AC3E}">
        <p14:creationId xmlns:p14="http://schemas.microsoft.com/office/powerpoint/2010/main" val="172303330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7B7FD-7271-51F0-DD76-0D92D6BE1EF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5BD56B-3D09-A118-F804-19BBFEE80946}"/>
              </a:ext>
            </a:extLst>
          </p:cNvPr>
          <p:cNvSpPr>
            <a:spLocks noGrp="1"/>
          </p:cNvSpPr>
          <p:nvPr>
            <p:ph type="sldNum" sz="quarter" idx="12"/>
          </p:nvPr>
        </p:nvSpPr>
        <p:spPr/>
        <p:txBody>
          <a:bodyPr/>
          <a:lstStyle/>
          <a:p>
            <a:fld id="{B450C19B-9AB2-4265-99EA-B4062EB78DBC}" type="slidenum">
              <a:rPr lang="en-US" smtClean="0"/>
              <a:t>11</a:t>
            </a:fld>
            <a:endParaRPr lang="en-US"/>
          </a:p>
        </p:txBody>
      </p:sp>
      <p:sp>
        <p:nvSpPr>
          <p:cNvPr id="5" name="TextBox 4">
            <a:extLst>
              <a:ext uri="{FF2B5EF4-FFF2-40B4-BE49-F238E27FC236}">
                <a16:creationId xmlns:a16="http://schemas.microsoft.com/office/drawing/2014/main" id="{2C8EBE01-7EFE-4C1B-1145-352FC28752D1}"/>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Strings</a:t>
            </a:r>
          </a:p>
        </p:txBody>
      </p:sp>
      <p:cxnSp>
        <p:nvCxnSpPr>
          <p:cNvPr id="14" name="Straight Connector 13">
            <a:extLst>
              <a:ext uri="{FF2B5EF4-FFF2-40B4-BE49-F238E27FC236}">
                <a16:creationId xmlns:a16="http://schemas.microsoft.com/office/drawing/2014/main" id="{69EF3E98-7161-6FB6-79D2-85E57E79FDA9}"/>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4E0CB4F0-06D6-1ED6-32F0-4FAE0768E4B9}"/>
              </a:ext>
            </a:extLst>
          </p:cNvPr>
          <p:cNvSpPr txBox="1"/>
          <p:nvPr/>
        </p:nvSpPr>
        <p:spPr>
          <a:xfrm>
            <a:off x="531158" y="998299"/>
            <a:ext cx="11129683" cy="4616648"/>
          </a:xfrm>
          <a:prstGeom prst="rect">
            <a:avLst/>
          </a:prstGeom>
          <a:noFill/>
        </p:spPr>
        <p:txBody>
          <a:bodyPr wrap="square" rtlCol="0" anchor="ctr">
            <a:spAutoFit/>
          </a:bodyPr>
          <a:lstStyle/>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The compiler counts the letters and adds +1 for the '\0' automatically</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char message</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a:t>
            </a:r>
            <a:r>
              <a:rPr lang="en-US" dirty="0">
                <a:latin typeface="Fira Code" panose="020B0809050000020004" pitchFamily="49" charset="0"/>
                <a:ea typeface="Fira Code" panose="020B0809050000020004" pitchFamily="49" charset="0"/>
                <a:cs typeface="Fira Code" panose="020B0809050000020004" pitchFamily="49" charset="0"/>
              </a:rPr>
              <a:t> =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 Programming";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("The full string is: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%s</a:t>
            </a:r>
            <a:r>
              <a:rPr lang="en-US" dirty="0">
                <a:latin typeface="Fira Code" panose="020B0809050000020004" pitchFamily="49" charset="0"/>
                <a:ea typeface="Fira Code" panose="020B0809050000020004" pitchFamily="49" charset="0"/>
                <a:cs typeface="Fira Code" panose="020B0809050000020004" pitchFamily="49" charset="0"/>
              </a:rPr>
              <a:t>\n", message);</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 Let's look at the string character by character</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("Broken down:\n");</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13;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("Index [%d] is character: </a:t>
            </a:r>
            <a:r>
              <a:rPr lang="en-US" dirty="0">
                <a:solidFill>
                  <a:srgbClr val="FF0000"/>
                </a:solidFill>
                <a:latin typeface="Fira Code" panose="020B0809050000020004" pitchFamily="49" charset="0"/>
                <a:ea typeface="Fira Code" panose="020B0809050000020004" pitchFamily="49" charset="0"/>
                <a:cs typeface="Fira Code" panose="020B0809050000020004" pitchFamily="49" charset="0"/>
              </a:rPr>
              <a:t>%c</a:t>
            </a:r>
            <a:r>
              <a:rPr lang="en-US" dirty="0">
                <a:latin typeface="Fira Code" panose="020B0809050000020004" pitchFamily="49" charset="0"/>
                <a:ea typeface="Fira Code" panose="020B0809050000020004" pitchFamily="49" charset="0"/>
                <a:cs typeface="Fira Code" panose="020B0809050000020004" pitchFamily="49" charset="0"/>
              </a:rPr>
              <a:t>\n",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message[</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pic>
        <p:nvPicPr>
          <p:cNvPr id="6" name="Picture 5">
            <a:extLst>
              <a:ext uri="{FF2B5EF4-FFF2-40B4-BE49-F238E27FC236}">
                <a16:creationId xmlns:a16="http://schemas.microsoft.com/office/drawing/2014/main" id="{E627829C-E533-53E0-1774-A825DA563EAA}"/>
              </a:ext>
            </a:extLst>
          </p:cNvPr>
          <p:cNvPicPr>
            <a:picLocks noChangeAspect="1"/>
          </p:cNvPicPr>
          <p:nvPr/>
        </p:nvPicPr>
        <p:blipFill>
          <a:blip r:embed="rId3"/>
          <a:stretch>
            <a:fillRect/>
          </a:stretch>
        </p:blipFill>
        <p:spPr>
          <a:xfrm>
            <a:off x="273064" y="998299"/>
            <a:ext cx="11645871" cy="5149124"/>
          </a:xfrm>
          <a:prstGeom prst="rect">
            <a:avLst/>
          </a:prstGeom>
        </p:spPr>
      </p:pic>
    </p:spTree>
    <p:extLst>
      <p:ext uri="{BB962C8B-B14F-4D97-AF65-F5344CB8AC3E}">
        <p14:creationId xmlns:p14="http://schemas.microsoft.com/office/powerpoint/2010/main" val="280313527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9B0A5-C576-6455-532B-F775E94D1BC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CAD2C7-9360-FBF3-007E-A1CE9D648917}"/>
              </a:ext>
            </a:extLst>
          </p:cNvPr>
          <p:cNvSpPr>
            <a:spLocks noGrp="1"/>
          </p:cNvSpPr>
          <p:nvPr>
            <p:ph type="sldNum" sz="quarter" idx="12"/>
          </p:nvPr>
        </p:nvSpPr>
        <p:spPr/>
        <p:txBody>
          <a:bodyPr/>
          <a:lstStyle/>
          <a:p>
            <a:fld id="{B450C19B-9AB2-4265-99EA-B4062EB78DBC}" type="slidenum">
              <a:rPr lang="en-US" smtClean="0"/>
              <a:t>12</a:t>
            </a:fld>
            <a:endParaRPr lang="en-US"/>
          </a:p>
        </p:txBody>
      </p:sp>
      <p:sp>
        <p:nvSpPr>
          <p:cNvPr id="5" name="TextBox 4">
            <a:extLst>
              <a:ext uri="{FF2B5EF4-FFF2-40B4-BE49-F238E27FC236}">
                <a16:creationId xmlns:a16="http://schemas.microsoft.com/office/drawing/2014/main" id="{D286EDD0-487D-1BF7-E80F-806000B8134C}"/>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Multidimensional Arrays</a:t>
            </a:r>
          </a:p>
        </p:txBody>
      </p:sp>
      <p:cxnSp>
        <p:nvCxnSpPr>
          <p:cNvPr id="14" name="Straight Connector 13">
            <a:extLst>
              <a:ext uri="{FF2B5EF4-FFF2-40B4-BE49-F238E27FC236}">
                <a16:creationId xmlns:a16="http://schemas.microsoft.com/office/drawing/2014/main" id="{D864F4C2-2FC6-5088-B4E5-F5A41FF7F424}"/>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CDCAC4FD-E4C7-7C34-BC58-02A084E516D8}"/>
              </a:ext>
            </a:extLst>
          </p:cNvPr>
          <p:cNvSpPr txBox="1"/>
          <p:nvPr/>
        </p:nvSpPr>
        <p:spPr>
          <a:xfrm>
            <a:off x="972670" y="709147"/>
            <a:ext cx="10246659" cy="3262432"/>
          </a:xfrm>
          <a:prstGeom prst="rect">
            <a:avLst/>
          </a:prstGeom>
          <a:noFill/>
        </p:spPr>
        <p:txBody>
          <a:bodyPr wrap="square" rtlCol="0" anchor="ctr">
            <a:spAutoFit/>
          </a:bodyPr>
          <a:lstStyle/>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As we learned earlier simple arrays are </a:t>
            </a:r>
            <a:r>
              <a:rPr lang="en-US" sz="2800" b="1" dirty="0">
                <a:latin typeface="Calibri" panose="020F0502020204030204" pitchFamily="34" charset="0"/>
                <a:ea typeface="Calibri" panose="020F0502020204030204" pitchFamily="34" charset="0"/>
                <a:cs typeface="Calibri" panose="020F0502020204030204" pitchFamily="34" charset="0"/>
              </a:rPr>
              <a:t>single dimensional</a:t>
            </a:r>
            <a:r>
              <a:rPr lang="en-US" sz="2800" dirty="0">
                <a:latin typeface="Calibri" panose="020F0502020204030204" pitchFamily="34" charset="0"/>
                <a:ea typeface="Calibri" panose="020F0502020204030204" pitchFamily="34" charset="0"/>
                <a:cs typeface="Calibri" panose="020F0502020204030204" pitchFamily="34" charset="0"/>
              </a:rPr>
              <a:t>. Although useful, if you want to store data as a tabular form, like a table with rows and columns, you need to get familiar with </a:t>
            </a:r>
            <a:r>
              <a:rPr lang="en-US" sz="2800" b="1" dirty="0">
                <a:latin typeface="Calibri" panose="020F0502020204030204" pitchFamily="34" charset="0"/>
                <a:ea typeface="Calibri" panose="020F0502020204030204" pitchFamily="34" charset="0"/>
                <a:cs typeface="Calibri" panose="020F0502020204030204" pitchFamily="34" charset="0"/>
              </a:rPr>
              <a:t>multidimensional arrays</a:t>
            </a:r>
            <a:r>
              <a:rPr lang="en-US" sz="2800" dirty="0">
                <a:latin typeface="Calibri" panose="020F0502020204030204" pitchFamily="34" charset="0"/>
                <a:ea typeface="Calibri" panose="020F0502020204030204" pitchFamily="34" charset="0"/>
                <a:cs typeface="Calibri" panose="020F0502020204030204" pitchFamily="34" charset="0"/>
              </a:rPr>
              <a:t>.</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 multidimensional array is basically </a:t>
            </a:r>
            <a:r>
              <a:rPr lang="en-US" sz="2800" b="1" dirty="0">
                <a:latin typeface="Calibri" panose="020F0502020204030204" pitchFamily="34" charset="0"/>
                <a:ea typeface="Calibri" panose="020F0502020204030204" pitchFamily="34" charset="0"/>
                <a:cs typeface="Calibri" panose="020F0502020204030204" pitchFamily="34" charset="0"/>
              </a:rPr>
              <a:t>an array of arrays</a:t>
            </a:r>
            <a:r>
              <a:rPr lang="en-US" sz="2800" dirty="0">
                <a:latin typeface="Calibri" panose="020F0502020204030204" pitchFamily="34" charset="0"/>
                <a:ea typeface="Calibri" panose="020F0502020204030204" pitchFamily="34" charset="0"/>
                <a:cs typeface="Calibri" panose="020F0502020204030204" pitchFamily="34" charset="0"/>
              </a:rPr>
              <a:t>.</a:t>
            </a:r>
          </a:p>
          <a:p>
            <a:pPr algn="just">
              <a:spcBef>
                <a:spcPts val="300"/>
              </a:spcBef>
              <a:spcAft>
                <a:spcPts val="300"/>
              </a:spcAft>
            </a:pPr>
            <a:r>
              <a:rPr lang="en-US" sz="2800" dirty="0">
                <a:latin typeface="Calibri" panose="020F0502020204030204" pitchFamily="34" charset="0"/>
                <a:ea typeface="Calibri" panose="020F0502020204030204" pitchFamily="34" charset="0"/>
                <a:cs typeface="Calibri" panose="020F0502020204030204" pitchFamily="34" charset="0"/>
              </a:rPr>
              <a:t>Arrays can have any number of dimensions. In this chapter, we will introduce the most common; two-dimensional arrays (2D).</a:t>
            </a:r>
          </a:p>
        </p:txBody>
      </p:sp>
      <p:pic>
        <p:nvPicPr>
          <p:cNvPr id="1026" name="Picture 2">
            <a:extLst>
              <a:ext uri="{FF2B5EF4-FFF2-40B4-BE49-F238E27FC236}">
                <a16:creationId xmlns:a16="http://schemas.microsoft.com/office/drawing/2014/main" id="{9756B819-0B9B-FE97-F1ED-375F53009A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9675" y="4275610"/>
            <a:ext cx="6953250" cy="14478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65278E7-F519-44B4-F99E-1523C17F31C9}"/>
              </a:ext>
            </a:extLst>
          </p:cNvPr>
          <p:cNvSpPr txBox="1"/>
          <p:nvPr/>
        </p:nvSpPr>
        <p:spPr>
          <a:xfrm>
            <a:off x="972670" y="4676344"/>
            <a:ext cx="3631122" cy="646331"/>
          </a:xfrm>
          <a:prstGeom prst="rect">
            <a:avLst/>
          </a:prstGeom>
          <a:noFill/>
        </p:spPr>
        <p:txBody>
          <a:bodyPr wrap="none" rtlCol="0">
            <a:spAutoFit/>
          </a:bodyPr>
          <a:lstStyle/>
          <a:p>
            <a:r>
              <a:rPr lang="en-US" dirty="0">
                <a:latin typeface="Fira Code" panose="020B0809050000020004" pitchFamily="49" charset="0"/>
                <a:ea typeface="Fira Code" panose="020B0809050000020004" pitchFamily="49" charset="0"/>
                <a:cs typeface="Fira Code" panose="020B0809050000020004" pitchFamily="49" charset="0"/>
              </a:rPr>
              <a:t>int matrix[2][3] = </a:t>
            </a:r>
          </a:p>
          <a:p>
            <a:r>
              <a:rPr lang="en-US" dirty="0">
                <a:latin typeface="Fira Code" panose="020B0809050000020004" pitchFamily="49" charset="0"/>
                <a:ea typeface="Fira Code" panose="020B0809050000020004" pitchFamily="49" charset="0"/>
                <a:cs typeface="Fira Code" panose="020B0809050000020004" pitchFamily="49" charset="0"/>
              </a:rPr>
              <a:t>{ {1, 4, 2}, {3, 6, 8} };</a:t>
            </a:r>
          </a:p>
        </p:txBody>
      </p:sp>
    </p:spTree>
    <p:extLst>
      <p:ext uri="{BB962C8B-B14F-4D97-AF65-F5344CB8AC3E}">
        <p14:creationId xmlns:p14="http://schemas.microsoft.com/office/powerpoint/2010/main" val="11116743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A830C-FA0E-6FCC-DC5A-1FC430E8873A}"/>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401D18-1322-C293-7496-3A881D3C1DA6}"/>
              </a:ext>
            </a:extLst>
          </p:cNvPr>
          <p:cNvSpPr>
            <a:spLocks noGrp="1"/>
          </p:cNvSpPr>
          <p:nvPr>
            <p:ph type="sldNum" sz="quarter" idx="12"/>
          </p:nvPr>
        </p:nvSpPr>
        <p:spPr/>
        <p:txBody>
          <a:bodyPr/>
          <a:lstStyle/>
          <a:p>
            <a:fld id="{B450C19B-9AB2-4265-99EA-B4062EB78DBC}" type="slidenum">
              <a:rPr lang="en-US" smtClean="0"/>
              <a:t>13</a:t>
            </a:fld>
            <a:endParaRPr lang="en-US"/>
          </a:p>
        </p:txBody>
      </p:sp>
      <p:sp>
        <p:nvSpPr>
          <p:cNvPr id="5" name="TextBox 4">
            <a:extLst>
              <a:ext uri="{FF2B5EF4-FFF2-40B4-BE49-F238E27FC236}">
                <a16:creationId xmlns:a16="http://schemas.microsoft.com/office/drawing/2014/main" id="{965D984E-2A74-E83A-B447-E9172E79DDD6}"/>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Multidimensional Arrays</a:t>
            </a:r>
          </a:p>
        </p:txBody>
      </p:sp>
      <p:cxnSp>
        <p:nvCxnSpPr>
          <p:cNvPr id="14" name="Straight Connector 13">
            <a:extLst>
              <a:ext uri="{FF2B5EF4-FFF2-40B4-BE49-F238E27FC236}">
                <a16:creationId xmlns:a16="http://schemas.microsoft.com/office/drawing/2014/main" id="{AA9378E3-7E22-052B-786E-25EF7EA44C06}"/>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0EDCC9A8-297E-A00D-B6B7-A40A4ABF0552}"/>
              </a:ext>
            </a:extLst>
          </p:cNvPr>
          <p:cNvSpPr txBox="1"/>
          <p:nvPr/>
        </p:nvSpPr>
        <p:spPr>
          <a:xfrm>
            <a:off x="399230" y="1281770"/>
            <a:ext cx="8704730" cy="2693045"/>
          </a:xfrm>
          <a:prstGeom prst="rect">
            <a:avLst/>
          </a:prstGeom>
          <a:noFill/>
        </p:spPr>
        <p:txBody>
          <a:bodyPr wrap="square" rtlCol="0" anchor="ctr">
            <a:spAutoFit/>
          </a:bodyPr>
          <a:lstStyle/>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#include &lt;</a:t>
            </a:r>
            <a:r>
              <a:rPr lang="en-US" sz="2400" dirty="0" err="1">
                <a:latin typeface="Fira Code" panose="020B0809050000020004" pitchFamily="49" charset="0"/>
                <a:ea typeface="Fira Code" panose="020B0809050000020004" pitchFamily="49" charset="0"/>
                <a:cs typeface="Fira Code" panose="020B0809050000020004" pitchFamily="49" charset="0"/>
              </a:rPr>
              <a:t>stdio.h</a:t>
            </a:r>
            <a:r>
              <a:rPr lang="en-US" sz="2400" dirty="0">
                <a:latin typeface="Fira Code" panose="020B0809050000020004" pitchFamily="49" charset="0"/>
                <a:ea typeface="Fira Code" panose="020B0809050000020004" pitchFamily="49" charset="0"/>
                <a:cs typeface="Fira Code" panose="020B0809050000020004" pitchFamily="49" charset="0"/>
              </a:rPr>
              <a:t>&gt;</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int main()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int matrix[2][3] = { {1, 4, 2}, {3, 6, 8}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a:t>
            </a:r>
            <a:r>
              <a:rPr lang="en-US" sz="2400" dirty="0" err="1">
                <a:latin typeface="Fira Code" panose="020B0809050000020004" pitchFamily="49" charset="0"/>
                <a:ea typeface="Fira Code" panose="020B0809050000020004" pitchFamily="49" charset="0"/>
                <a:cs typeface="Fira Code" panose="020B0809050000020004" pitchFamily="49" charset="0"/>
              </a:rPr>
              <a:t>printf</a:t>
            </a:r>
            <a:r>
              <a:rPr lang="en-US" sz="2400" dirty="0">
                <a:latin typeface="Fira Code" panose="020B0809050000020004" pitchFamily="49" charset="0"/>
                <a:ea typeface="Fira Code" panose="020B0809050000020004" pitchFamily="49" charset="0"/>
                <a:cs typeface="Fira Code" panose="020B0809050000020004" pitchFamily="49" charset="0"/>
              </a:rPr>
              <a:t>("%d", matrix[0][2]);</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return 0;</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a:t>
            </a:r>
          </a:p>
        </p:txBody>
      </p:sp>
      <p:pic>
        <p:nvPicPr>
          <p:cNvPr id="2" name="Picture 2">
            <a:extLst>
              <a:ext uri="{FF2B5EF4-FFF2-40B4-BE49-F238E27FC236}">
                <a16:creationId xmlns:a16="http://schemas.microsoft.com/office/drawing/2014/main" id="{1D18DBD1-3740-63A6-CCE7-1211E3CD5F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5999" y="837716"/>
            <a:ext cx="5696771" cy="118617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EEFE3D1-3A8D-95E0-0122-AC45DD9CB172}"/>
              </a:ext>
            </a:extLst>
          </p:cNvPr>
          <p:cNvSpPr txBox="1"/>
          <p:nvPr/>
        </p:nvSpPr>
        <p:spPr>
          <a:xfrm>
            <a:off x="399230" y="3845867"/>
            <a:ext cx="8704730" cy="2693045"/>
          </a:xfrm>
          <a:prstGeom prst="rect">
            <a:avLst/>
          </a:prstGeom>
          <a:noFill/>
        </p:spPr>
        <p:txBody>
          <a:bodyPr wrap="square" rtlCol="0" anchor="ctr">
            <a:spAutoFit/>
          </a:bodyPr>
          <a:lstStyle/>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#include &lt;</a:t>
            </a:r>
            <a:r>
              <a:rPr lang="en-US" sz="2400" dirty="0" err="1">
                <a:latin typeface="Fira Code" panose="020B0809050000020004" pitchFamily="49" charset="0"/>
                <a:ea typeface="Fira Code" panose="020B0809050000020004" pitchFamily="49" charset="0"/>
                <a:cs typeface="Fira Code" panose="020B0809050000020004" pitchFamily="49" charset="0"/>
              </a:rPr>
              <a:t>stdio.h</a:t>
            </a:r>
            <a:r>
              <a:rPr lang="en-US" sz="2400" dirty="0">
                <a:latin typeface="Fira Code" panose="020B0809050000020004" pitchFamily="49" charset="0"/>
                <a:ea typeface="Fira Code" panose="020B0809050000020004" pitchFamily="49" charset="0"/>
                <a:cs typeface="Fira Code" panose="020B0809050000020004" pitchFamily="49" charset="0"/>
              </a:rPr>
              <a:t>&gt;</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int main()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int matrix[2][3] = { {1, 4, 2}, {3, 6, 8} };</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a:t>
            </a:r>
            <a:r>
              <a:rPr lang="en-US" sz="2400" dirty="0" err="1">
                <a:latin typeface="Fira Code" panose="020B0809050000020004" pitchFamily="49" charset="0"/>
                <a:ea typeface="Fira Code" panose="020B0809050000020004" pitchFamily="49" charset="0"/>
                <a:cs typeface="Fira Code" panose="020B0809050000020004" pitchFamily="49" charset="0"/>
              </a:rPr>
              <a:t>printf</a:t>
            </a:r>
            <a:r>
              <a:rPr lang="en-US" sz="2400" dirty="0">
                <a:latin typeface="Fira Code" panose="020B0809050000020004" pitchFamily="49" charset="0"/>
                <a:ea typeface="Fira Code" panose="020B0809050000020004" pitchFamily="49" charset="0"/>
                <a:cs typeface="Fira Code" panose="020B0809050000020004" pitchFamily="49" charset="0"/>
              </a:rPr>
              <a:t>("%d", matrix[?][?]);</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  return 0;</a:t>
            </a:r>
          </a:p>
          <a:p>
            <a:pPr algn="just">
              <a:spcBef>
                <a:spcPts val="300"/>
              </a:spcBef>
              <a:spcAft>
                <a:spcPts val="300"/>
              </a:spcAft>
            </a:pPr>
            <a:r>
              <a:rPr lang="en-US" sz="2400"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08AEC9BD-D3CB-89AA-82B7-C6653667CC91}"/>
              </a:ext>
            </a:extLst>
          </p:cNvPr>
          <p:cNvSpPr txBox="1"/>
          <p:nvPr/>
        </p:nvSpPr>
        <p:spPr>
          <a:xfrm>
            <a:off x="8495180" y="2841225"/>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3</a:t>
            </a:r>
          </a:p>
        </p:txBody>
      </p:sp>
      <p:sp>
        <p:nvSpPr>
          <p:cNvPr id="9" name="TextBox 8">
            <a:extLst>
              <a:ext uri="{FF2B5EF4-FFF2-40B4-BE49-F238E27FC236}">
                <a16:creationId xmlns:a16="http://schemas.microsoft.com/office/drawing/2014/main" id="{C68FCE1F-418C-9C4E-A11A-4219D143D49D}"/>
              </a:ext>
            </a:extLst>
          </p:cNvPr>
          <p:cNvSpPr txBox="1"/>
          <p:nvPr/>
        </p:nvSpPr>
        <p:spPr>
          <a:xfrm>
            <a:off x="8495180" y="5253644"/>
            <a:ext cx="2974040" cy="646331"/>
          </a:xfrm>
          <a:prstGeom prst="rect">
            <a:avLst/>
          </a:prstGeom>
          <a:noFill/>
        </p:spPr>
        <p:txBody>
          <a:bodyPr wrap="square" rtlCol="0">
            <a:spAutoFit/>
          </a:bodyPr>
          <a:lstStyle/>
          <a:p>
            <a:r>
              <a:rPr lang="en-US" dirty="0">
                <a:latin typeface="Calibri" panose="020F0502020204030204" pitchFamily="34" charset="0"/>
                <a:ea typeface="Calibri" panose="020F0502020204030204" pitchFamily="34" charset="0"/>
                <a:cs typeface="Calibri" panose="020F0502020204030204" pitchFamily="34" charset="0"/>
              </a:rPr>
              <a:t>Output:</a:t>
            </a:r>
          </a:p>
          <a:p>
            <a:r>
              <a:rPr lang="en-US" dirty="0">
                <a:latin typeface="Fira Code Medium" panose="020B0809050000020004" pitchFamily="49" charset="0"/>
                <a:ea typeface="Fira Code Medium" panose="020B0809050000020004" pitchFamily="49" charset="0"/>
                <a:cs typeface="Fira Code Medium" panose="020B0809050000020004" pitchFamily="49" charset="0"/>
              </a:rPr>
              <a:t>8</a:t>
            </a:r>
          </a:p>
        </p:txBody>
      </p:sp>
      <p:sp>
        <p:nvSpPr>
          <p:cNvPr id="10" name="TextBox 9">
            <a:extLst>
              <a:ext uri="{FF2B5EF4-FFF2-40B4-BE49-F238E27FC236}">
                <a16:creationId xmlns:a16="http://schemas.microsoft.com/office/drawing/2014/main" id="{85AFAFBA-13BA-32FF-C3FA-E9A1712A018B}"/>
              </a:ext>
            </a:extLst>
          </p:cNvPr>
          <p:cNvSpPr txBox="1"/>
          <p:nvPr/>
        </p:nvSpPr>
        <p:spPr>
          <a:xfrm>
            <a:off x="4463045" y="5576230"/>
            <a:ext cx="975730" cy="369332"/>
          </a:xfrm>
          <a:prstGeom prst="rect">
            <a:avLst/>
          </a:prstGeom>
          <a:noFill/>
        </p:spPr>
        <p:txBody>
          <a:bodyPr wrap="square" rtlCol="0">
            <a:spAutoFit/>
          </a:bodyPr>
          <a:lstStyle/>
          <a:p>
            <a:r>
              <a:rPr lang="en-US" dirty="0">
                <a:solidFill>
                  <a:srgbClr val="FF0000"/>
                </a:solidFill>
                <a:latin typeface="Fira Code Medium" panose="020B0809050000020004" pitchFamily="49" charset="0"/>
                <a:ea typeface="Fira Code Medium" panose="020B0809050000020004" pitchFamily="49" charset="0"/>
                <a:cs typeface="Fira Code Medium" panose="020B0809050000020004" pitchFamily="49" charset="0"/>
              </a:rPr>
              <a:t>2   3</a:t>
            </a:r>
          </a:p>
        </p:txBody>
      </p:sp>
    </p:spTree>
    <p:extLst>
      <p:ext uri="{BB962C8B-B14F-4D97-AF65-F5344CB8AC3E}">
        <p14:creationId xmlns:p14="http://schemas.microsoft.com/office/powerpoint/2010/main" val="77400581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607FC-EBD8-FF96-E8F3-EE16EAF6B4E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3CA2860-9AB7-AEE0-4A67-0FF7E5415BE7}"/>
              </a:ext>
            </a:extLst>
          </p:cNvPr>
          <p:cNvSpPr>
            <a:spLocks noGrp="1"/>
          </p:cNvSpPr>
          <p:nvPr>
            <p:ph type="sldNum" sz="quarter" idx="12"/>
          </p:nvPr>
        </p:nvSpPr>
        <p:spPr/>
        <p:txBody>
          <a:bodyPr/>
          <a:lstStyle/>
          <a:p>
            <a:fld id="{B450C19B-9AB2-4265-99EA-B4062EB78DBC}" type="slidenum">
              <a:rPr lang="en-US" smtClean="0"/>
              <a:t>14</a:t>
            </a:fld>
            <a:endParaRPr lang="en-US"/>
          </a:p>
        </p:txBody>
      </p:sp>
      <p:sp>
        <p:nvSpPr>
          <p:cNvPr id="5" name="TextBox 4">
            <a:extLst>
              <a:ext uri="{FF2B5EF4-FFF2-40B4-BE49-F238E27FC236}">
                <a16:creationId xmlns:a16="http://schemas.microsoft.com/office/drawing/2014/main" id="{A93158F5-09C8-9B86-643C-FAF699FFAA49}"/>
              </a:ext>
            </a:extLst>
          </p:cNvPr>
          <p:cNvSpPr txBox="1"/>
          <p:nvPr/>
        </p:nvSpPr>
        <p:spPr>
          <a:xfrm>
            <a:off x="1485900" y="136525"/>
            <a:ext cx="9220200" cy="646331"/>
          </a:xfrm>
          <a:prstGeom prst="rect">
            <a:avLst/>
          </a:prstGeom>
          <a:noFill/>
        </p:spPr>
        <p:txBody>
          <a:bodyPr wrap="square" rtlCol="0" anchor="ctr">
            <a:spAutoFit/>
          </a:bodyPr>
          <a:lstStyle/>
          <a:p>
            <a:pPr algn="ctr"/>
            <a:r>
              <a:rPr lang="en-US" sz="3600" dirty="0">
                <a:effectLst>
                  <a:outerShdw blurRad="50800" dist="38100" dir="5400000" algn="t" rotWithShape="0">
                    <a:prstClr val="black">
                      <a:alpha val="40000"/>
                    </a:prstClr>
                  </a:outerShdw>
                </a:effectLst>
                <a:latin typeface="Calibri" panose="020F0502020204030204" pitchFamily="34" charset="0"/>
                <a:ea typeface="Calibri" panose="020F0502020204030204" pitchFamily="34" charset="0"/>
                <a:cs typeface="Calibri" panose="020F0502020204030204" pitchFamily="34" charset="0"/>
              </a:rPr>
              <a:t>Multidimensional Arrays</a:t>
            </a:r>
          </a:p>
        </p:txBody>
      </p:sp>
      <p:cxnSp>
        <p:nvCxnSpPr>
          <p:cNvPr id="14" name="Straight Connector 13">
            <a:extLst>
              <a:ext uri="{FF2B5EF4-FFF2-40B4-BE49-F238E27FC236}">
                <a16:creationId xmlns:a16="http://schemas.microsoft.com/office/drawing/2014/main" id="{73ECE6FE-C01E-0F32-7EE4-8F2932C96C62}"/>
              </a:ext>
            </a:extLst>
          </p:cNvPr>
          <p:cNvCxnSpPr>
            <a:cxnSpLocks/>
          </p:cNvCxnSpPr>
          <p:nvPr/>
        </p:nvCxnSpPr>
        <p:spPr>
          <a:xfrm>
            <a:off x="1485900" y="709147"/>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A37DE2EB-8067-6ADC-BA42-9D16DFA4B2B0}"/>
              </a:ext>
            </a:extLst>
          </p:cNvPr>
          <p:cNvSpPr txBox="1"/>
          <p:nvPr/>
        </p:nvSpPr>
        <p:spPr>
          <a:xfrm>
            <a:off x="3963691" y="1085164"/>
            <a:ext cx="8582846" cy="4970591"/>
          </a:xfrm>
          <a:prstGeom prst="rect">
            <a:avLst/>
          </a:prstGeom>
          <a:noFill/>
        </p:spPr>
        <p:txBody>
          <a:bodyPr wrap="square" rtlCol="0" anchor="ctr">
            <a:spAutoFit/>
          </a:bodyPr>
          <a:lstStyle/>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#include &lt;</a:t>
            </a:r>
            <a:r>
              <a:rPr lang="en-US" dirty="0" err="1">
                <a:latin typeface="Fira Code" panose="020B0809050000020004" pitchFamily="49" charset="0"/>
                <a:ea typeface="Fira Code" panose="020B0809050000020004" pitchFamily="49" charset="0"/>
                <a:cs typeface="Fira Code" panose="020B0809050000020004" pitchFamily="49" charset="0"/>
              </a:rPr>
              <a:t>stdio.h</a:t>
            </a:r>
            <a:r>
              <a:rPr lang="en-US" dirty="0">
                <a:latin typeface="Fira Code" panose="020B0809050000020004" pitchFamily="49" charset="0"/>
                <a:ea typeface="Fira Code" panose="020B0809050000020004" pitchFamily="49" charset="0"/>
                <a:cs typeface="Fira Code" panose="020B0809050000020004" pitchFamily="49" charset="0"/>
              </a:rPr>
              <a:t>&gt;</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int main() {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Create and initialize an array with 3 rows</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and 2 columns</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int </a:t>
            </a:r>
            <a:r>
              <a:rPr lang="en-US" dirty="0" err="1">
                <a:latin typeface="Fira Code" panose="020B0809050000020004" pitchFamily="49" charset="0"/>
                <a:ea typeface="Fira Code" panose="020B0809050000020004" pitchFamily="49" charset="0"/>
                <a:cs typeface="Fira Code" panose="020B0809050000020004" pitchFamily="49" charset="0"/>
              </a:rPr>
              <a:t>arr</a:t>
            </a:r>
            <a:r>
              <a:rPr lang="en-US" dirty="0">
                <a:latin typeface="Fira Code" panose="020B0809050000020004" pitchFamily="49" charset="0"/>
                <a:ea typeface="Fira Code" panose="020B0809050000020004" pitchFamily="49" charset="0"/>
                <a:cs typeface="Fira Code" panose="020B0809050000020004" pitchFamily="49" charset="0"/>
              </a:rPr>
              <a:t>[3][2] = { { 0, 1 }, { 2, 3 }, { 4, 5 }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a:solidFill>
                  <a:schemeClr val="accent6">
                    <a:lumMod val="75000"/>
                  </a:schemeClr>
                </a:solidFill>
                <a:latin typeface="Fira Code" panose="020B0809050000020004" pitchFamily="49" charset="0"/>
                <a:ea typeface="Fira Code" panose="020B0809050000020004" pitchFamily="49" charset="0"/>
                <a:cs typeface="Fira Code" panose="020B0809050000020004" pitchFamily="49" charset="0"/>
              </a:rPr>
              <a:t>// Print each array element's value</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 (int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 0;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&lt; 3;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for (int j = 0; j &lt; 2; </a:t>
            </a:r>
            <a:r>
              <a:rPr lang="en-US" dirty="0" err="1">
                <a:latin typeface="Fira Code" panose="020B0809050000020004" pitchFamily="49" charset="0"/>
                <a:ea typeface="Fira Code" panose="020B0809050000020004" pitchFamily="49" charset="0"/>
                <a:cs typeface="Fira Code" panose="020B0809050000020004" pitchFamily="49" charset="0"/>
              </a:rPr>
              <a:t>j++</a:t>
            </a: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a:t>
            </a:r>
            <a:r>
              <a:rPr lang="en-US" dirty="0" err="1">
                <a:latin typeface="Fira Code" panose="020B0809050000020004" pitchFamily="49" charset="0"/>
                <a:ea typeface="Fira Code" panose="020B0809050000020004" pitchFamily="49" charset="0"/>
                <a:cs typeface="Fira Code" panose="020B0809050000020004" pitchFamily="49" charset="0"/>
              </a:rPr>
              <a:t>arr</a:t>
            </a:r>
            <a:r>
              <a:rPr lang="en-US" dirty="0">
                <a:latin typeface="Fira Code" panose="020B0809050000020004" pitchFamily="49" charset="0"/>
                <a:ea typeface="Fira Code" panose="020B0809050000020004" pitchFamily="49" charset="0"/>
                <a:cs typeface="Fira Code" panose="020B0809050000020004" pitchFamily="49" charset="0"/>
              </a:rPr>
              <a:t>[%d][%d]: %d    ", </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 j, </a:t>
            </a:r>
            <a:r>
              <a:rPr lang="en-US" dirty="0" err="1">
                <a:latin typeface="Fira Code" panose="020B0809050000020004" pitchFamily="49" charset="0"/>
                <a:ea typeface="Fira Code" panose="020B0809050000020004" pitchFamily="49" charset="0"/>
                <a:cs typeface="Fira Code" panose="020B0809050000020004" pitchFamily="49" charset="0"/>
              </a:rPr>
              <a:t>arr</a:t>
            </a:r>
            <a:r>
              <a:rPr lang="en-US" dirty="0">
                <a:latin typeface="Fira Code" panose="020B0809050000020004" pitchFamily="49" charset="0"/>
                <a:ea typeface="Fira Code" panose="020B0809050000020004" pitchFamily="49" charset="0"/>
                <a:cs typeface="Fira Code" panose="020B0809050000020004" pitchFamily="49" charset="0"/>
              </a:rPr>
              <a:t>[</a:t>
            </a:r>
            <a:r>
              <a:rPr lang="en-US" dirty="0" err="1">
                <a:latin typeface="Fira Code" panose="020B0809050000020004" pitchFamily="49" charset="0"/>
                <a:ea typeface="Fira Code" panose="020B0809050000020004" pitchFamily="49" charset="0"/>
                <a:cs typeface="Fira Code" panose="020B0809050000020004" pitchFamily="49" charset="0"/>
              </a:rPr>
              <a:t>i</a:t>
            </a:r>
            <a:r>
              <a:rPr lang="en-US" dirty="0">
                <a:latin typeface="Fira Code" panose="020B0809050000020004" pitchFamily="49" charset="0"/>
                <a:ea typeface="Fira Code" panose="020B0809050000020004" pitchFamily="49" charset="0"/>
                <a:cs typeface="Fira Code" panose="020B0809050000020004" pitchFamily="49" charset="0"/>
              </a:rPr>
              <a:t>][j]);</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r>
              <a:rPr lang="en-US" dirty="0" err="1">
                <a:latin typeface="Fira Code" panose="020B0809050000020004" pitchFamily="49" charset="0"/>
                <a:ea typeface="Fira Code" panose="020B0809050000020004" pitchFamily="49" charset="0"/>
                <a:cs typeface="Fira Code" panose="020B0809050000020004" pitchFamily="49" charset="0"/>
              </a:rPr>
              <a:t>printf</a:t>
            </a:r>
            <a:r>
              <a:rPr lang="en-US" dirty="0">
                <a:latin typeface="Fira Code" panose="020B0809050000020004" pitchFamily="49" charset="0"/>
                <a:ea typeface="Fira Code" panose="020B0809050000020004" pitchFamily="49" charset="0"/>
                <a:cs typeface="Fira Code" panose="020B0809050000020004" pitchFamily="49" charset="0"/>
              </a:rPr>
              <a:t>("\n");</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    return 0;</a:t>
            </a:r>
          </a:p>
          <a:p>
            <a:pPr algn="just">
              <a:spcBef>
                <a:spcPts val="300"/>
              </a:spcBef>
              <a:spcAft>
                <a:spcPts val="300"/>
              </a:spcAft>
            </a:pPr>
            <a:r>
              <a:rPr lang="en-US" dirty="0">
                <a:latin typeface="Fira Code" panose="020B0809050000020004" pitchFamily="49" charset="0"/>
                <a:ea typeface="Fira Code" panose="020B0809050000020004" pitchFamily="49" charset="0"/>
                <a:cs typeface="Fira Code" panose="020B0809050000020004" pitchFamily="49" charset="0"/>
              </a:rPr>
              <a:t>}</a:t>
            </a:r>
          </a:p>
        </p:txBody>
      </p:sp>
      <p:sp>
        <p:nvSpPr>
          <p:cNvPr id="8" name="TextBox 7">
            <a:extLst>
              <a:ext uri="{FF2B5EF4-FFF2-40B4-BE49-F238E27FC236}">
                <a16:creationId xmlns:a16="http://schemas.microsoft.com/office/drawing/2014/main" id="{FF627CF1-468E-B0B4-8E9D-A642B79ED3EA}"/>
              </a:ext>
            </a:extLst>
          </p:cNvPr>
          <p:cNvSpPr txBox="1"/>
          <p:nvPr/>
        </p:nvSpPr>
        <p:spPr>
          <a:xfrm>
            <a:off x="7731239" y="4701313"/>
            <a:ext cx="4060711" cy="1200329"/>
          </a:xfrm>
          <a:prstGeom prst="rect">
            <a:avLst/>
          </a:prstGeom>
          <a:noFill/>
        </p:spPr>
        <p:txBody>
          <a:bodyPr wrap="square" rtlCol="0">
            <a:spAutoFit/>
          </a:bodyPr>
          <a:lstStyle/>
          <a:p>
            <a:pPr fontAlgn="base"/>
            <a:r>
              <a:rPr lang="sv-SE" dirty="0">
                <a:latin typeface="Calibri" panose="020F0502020204030204" pitchFamily="34" charset="0"/>
                <a:ea typeface="Calibri" panose="020F0502020204030204" pitchFamily="34" charset="0"/>
                <a:cs typeface="Calibri" panose="020F0502020204030204" pitchFamily="34" charset="0"/>
              </a:rPr>
              <a:t>Output:</a:t>
            </a:r>
          </a:p>
          <a:p>
            <a:pPr fontAlgn="base"/>
            <a:r>
              <a:rPr lang="sv-SE" dirty="0">
                <a:latin typeface="Fira Code" panose="020B0809050000020004" pitchFamily="49" charset="0"/>
                <a:ea typeface="Fira Code" panose="020B0809050000020004" pitchFamily="49" charset="0"/>
                <a:cs typeface="Fira Code" panose="020B0809050000020004" pitchFamily="49" charset="0"/>
              </a:rPr>
              <a:t>arr[0][0]: 0    arr[0][1]: 1    </a:t>
            </a:r>
          </a:p>
          <a:p>
            <a:pPr fontAlgn="base"/>
            <a:r>
              <a:rPr lang="sv-SE" dirty="0">
                <a:latin typeface="Fira Code" panose="020B0809050000020004" pitchFamily="49" charset="0"/>
                <a:ea typeface="Fira Code" panose="020B0809050000020004" pitchFamily="49" charset="0"/>
                <a:cs typeface="Fira Code" panose="020B0809050000020004" pitchFamily="49" charset="0"/>
              </a:rPr>
              <a:t>arr[1][0]: 2    arr[1][1]: 3    </a:t>
            </a:r>
          </a:p>
          <a:p>
            <a:pPr fontAlgn="base"/>
            <a:r>
              <a:rPr lang="sv-SE" dirty="0">
                <a:latin typeface="Fira Code" panose="020B0809050000020004" pitchFamily="49" charset="0"/>
                <a:ea typeface="Fira Code" panose="020B0809050000020004" pitchFamily="49" charset="0"/>
                <a:cs typeface="Fira Code" panose="020B0809050000020004" pitchFamily="49" charset="0"/>
              </a:rPr>
              <a:t>arr[2][0]: 4    arr[2][1]: 5    </a:t>
            </a:r>
          </a:p>
        </p:txBody>
      </p:sp>
      <p:sp>
        <p:nvSpPr>
          <p:cNvPr id="7" name="TextBox 6">
            <a:extLst>
              <a:ext uri="{FF2B5EF4-FFF2-40B4-BE49-F238E27FC236}">
                <a16:creationId xmlns:a16="http://schemas.microsoft.com/office/drawing/2014/main" id="{5334E474-EC01-4F1B-ECDA-5F777043076F}"/>
              </a:ext>
            </a:extLst>
          </p:cNvPr>
          <p:cNvSpPr txBox="1"/>
          <p:nvPr/>
        </p:nvSpPr>
        <p:spPr>
          <a:xfrm>
            <a:off x="228600" y="1536174"/>
            <a:ext cx="3735091" cy="3785652"/>
          </a:xfrm>
          <a:prstGeom prst="rect">
            <a:avLst/>
          </a:prstGeom>
          <a:noFill/>
        </p:spPr>
        <p:txBody>
          <a:bodyPr wrap="square" rtlCol="0">
            <a:spAutoFit/>
          </a:bodyPr>
          <a:lstStyle/>
          <a:p>
            <a:pPr algn="just"/>
            <a:r>
              <a:rPr lang="en-US" sz="2400" dirty="0">
                <a:latin typeface="Calibri" panose="020F0502020204030204" pitchFamily="34" charset="0"/>
                <a:ea typeface="Calibri" panose="020F0502020204030204" pitchFamily="34" charset="0"/>
                <a:cs typeface="Calibri" panose="020F0502020204030204" pitchFamily="34" charset="0"/>
              </a:rPr>
              <a:t>2D Array Traversal</a:t>
            </a:r>
          </a:p>
          <a:p>
            <a:pPr algn="just"/>
            <a:r>
              <a:rPr lang="en-US" sz="2400" dirty="0">
                <a:latin typeface="Calibri" panose="020F0502020204030204" pitchFamily="34" charset="0"/>
                <a:ea typeface="Calibri" panose="020F0502020204030204" pitchFamily="34" charset="0"/>
                <a:cs typeface="Calibri" panose="020F0502020204030204" pitchFamily="34" charset="0"/>
              </a:rPr>
              <a:t>Traversal means accessing all the elements of the array one by one. We will use two loops, outer loop to go over each row from top to bottom and the inner loop is used to access each element in the current row from left to right.</a:t>
            </a:r>
          </a:p>
        </p:txBody>
      </p:sp>
    </p:spTree>
    <p:extLst>
      <p:ext uri="{BB962C8B-B14F-4D97-AF65-F5344CB8AC3E}">
        <p14:creationId xmlns:p14="http://schemas.microsoft.com/office/powerpoint/2010/main" val="26303973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5F562-031B-8F16-C0D9-8453F1E3303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919EF30-DF09-4552-CF4F-48D15A176F80}"/>
              </a:ext>
            </a:extLst>
          </p:cNvPr>
          <p:cNvSpPr>
            <a:spLocks noGrp="1"/>
          </p:cNvSpPr>
          <p:nvPr>
            <p:ph type="sldNum" sz="quarter" idx="12"/>
          </p:nvPr>
        </p:nvSpPr>
        <p:spPr/>
        <p:txBody>
          <a:bodyPr/>
          <a:lstStyle/>
          <a:p>
            <a:fld id="{B450C19B-9AB2-4265-99EA-B4062EB78DBC}" type="slidenum">
              <a:rPr lang="en-US" smtClean="0"/>
              <a:t>15</a:t>
            </a:fld>
            <a:endParaRPr lang="en-US"/>
          </a:p>
        </p:txBody>
      </p:sp>
      <p:cxnSp>
        <p:nvCxnSpPr>
          <p:cNvPr id="14" name="Straight Connector 13">
            <a:extLst>
              <a:ext uri="{FF2B5EF4-FFF2-40B4-BE49-F238E27FC236}">
                <a16:creationId xmlns:a16="http://schemas.microsoft.com/office/drawing/2014/main" id="{D094CFAA-29C4-E136-7731-1A84E511DC4D}"/>
              </a:ext>
            </a:extLst>
          </p:cNvPr>
          <p:cNvCxnSpPr>
            <a:cxnSpLocks/>
          </p:cNvCxnSpPr>
          <p:nvPr/>
        </p:nvCxnSpPr>
        <p:spPr>
          <a:xfrm>
            <a:off x="1485900" y="-405278"/>
            <a:ext cx="9220200"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74895496-CE9B-A3D2-3D01-FF21FB100921}"/>
              </a:ext>
            </a:extLst>
          </p:cNvPr>
          <p:cNvSpPr txBox="1"/>
          <p:nvPr/>
        </p:nvSpPr>
        <p:spPr>
          <a:xfrm>
            <a:off x="2363055" y="1626846"/>
            <a:ext cx="7465890" cy="646331"/>
          </a:xfrm>
          <a:prstGeom prst="rect">
            <a:avLst/>
          </a:prstGeom>
          <a:noFill/>
        </p:spPr>
        <p:txBody>
          <a:bodyPr wrap="none" rtlCol="0">
            <a:spAutoFit/>
          </a:bodyPr>
          <a:lstStyle/>
          <a:p>
            <a:r>
              <a:rPr lang="en-US" sz="3600" b="1" dirty="0">
                <a:latin typeface="Calibri" panose="020F0502020204030204" pitchFamily="34" charset="0"/>
                <a:ea typeface="Calibri" panose="020F0502020204030204" pitchFamily="34" charset="0"/>
                <a:cs typeface="Calibri" panose="020F0502020204030204" pitchFamily="34" charset="0"/>
              </a:rPr>
              <a:t>Thank you for you time and attention!</a:t>
            </a:r>
          </a:p>
        </p:txBody>
      </p:sp>
      <p:sp>
        <p:nvSpPr>
          <p:cNvPr id="6" name="TextBox 5">
            <a:extLst>
              <a:ext uri="{FF2B5EF4-FFF2-40B4-BE49-F238E27FC236}">
                <a16:creationId xmlns:a16="http://schemas.microsoft.com/office/drawing/2014/main" id="{A9E1BDB2-8E29-1908-8946-D8ECBA907EBF}"/>
              </a:ext>
            </a:extLst>
          </p:cNvPr>
          <p:cNvSpPr txBox="1"/>
          <p:nvPr/>
        </p:nvSpPr>
        <p:spPr>
          <a:xfrm>
            <a:off x="4062270" y="4457700"/>
            <a:ext cx="4067460" cy="1323439"/>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References:</a:t>
            </a: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hlinkClick r:id="rId3"/>
              </a:rPr>
              <a:t>https://www.geeksforgeeks.org/c/</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hlinkClick r:id="rId4"/>
              </a:rPr>
              <a:t>https://www.w3schools.com/c/</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Gemini Thinking</a:t>
            </a:r>
          </a:p>
        </p:txBody>
      </p:sp>
      <p:sp>
        <p:nvSpPr>
          <p:cNvPr id="9" name="TextBox 8">
            <a:extLst>
              <a:ext uri="{FF2B5EF4-FFF2-40B4-BE49-F238E27FC236}">
                <a16:creationId xmlns:a16="http://schemas.microsoft.com/office/drawing/2014/main" id="{4CF56F52-BD99-3EA3-BD0B-748E523C4750}"/>
              </a:ext>
            </a:extLst>
          </p:cNvPr>
          <p:cNvSpPr txBox="1"/>
          <p:nvPr/>
        </p:nvSpPr>
        <p:spPr>
          <a:xfrm>
            <a:off x="4396784" y="2552700"/>
            <a:ext cx="3398431" cy="1323439"/>
          </a:xfrm>
          <a:prstGeom prst="rect">
            <a:avLst/>
          </a:prstGeom>
          <a:noFill/>
        </p:spPr>
        <p:txBody>
          <a:bodyPr wrap="none" rtlCol="0">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Contact:</a:t>
            </a:r>
          </a:p>
          <a:p>
            <a:r>
              <a:rPr lang="en-US" sz="2000" dirty="0">
                <a:latin typeface="Calibri" panose="020F0502020204030204" pitchFamily="34" charset="0"/>
                <a:ea typeface="Calibri" panose="020F0502020204030204" pitchFamily="34" charset="0"/>
                <a:cs typeface="Calibri" panose="020F0502020204030204" pitchFamily="34" charset="0"/>
                <a:hlinkClick r:id="rId5"/>
              </a:rPr>
              <a:t>cprogramming666@gmail.com</a:t>
            </a: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US" sz="2000" dirty="0">
              <a:latin typeface="Calibri" panose="020F0502020204030204" pitchFamily="34" charset="0"/>
              <a:ea typeface="Calibri" panose="020F0502020204030204" pitchFamily="34" charset="0"/>
              <a:cs typeface="Calibri" panose="020F0502020204030204" pitchFamily="34" charset="0"/>
            </a:endParaRPr>
          </a:p>
          <a:p>
            <a:r>
              <a:rPr lang="en-US" sz="2000" dirty="0">
                <a:latin typeface="Calibri" panose="020F0502020204030204" pitchFamily="34" charset="0"/>
                <a:ea typeface="Calibri" panose="020F0502020204030204" pitchFamily="34" charset="0"/>
                <a:cs typeface="Calibri" panose="020F0502020204030204" pitchFamily="34" charset="0"/>
              </a:rPr>
              <a:t>Subject: C programming</a:t>
            </a:r>
          </a:p>
        </p:txBody>
      </p:sp>
    </p:spTree>
    <p:extLst>
      <p:ext uri="{BB962C8B-B14F-4D97-AF65-F5344CB8AC3E}">
        <p14:creationId xmlns:p14="http://schemas.microsoft.com/office/powerpoint/2010/main" val="30630554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444</TotalTime>
  <Words>1829</Words>
  <Application>Microsoft Office PowerPoint</Application>
  <PresentationFormat>Widescreen</PresentationFormat>
  <Paragraphs>213</Paragraphs>
  <Slides>15</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Aptos Display</vt:lpstr>
      <vt:lpstr>Arial</vt:lpstr>
      <vt:lpstr>Calibri</vt:lpstr>
      <vt:lpstr>Fira Code</vt:lpstr>
      <vt:lpstr>Fira Code Medium</vt:lpstr>
      <vt:lpstr>Verdana Pro</vt:lpstr>
      <vt:lpstr>Verdana Pro Black</vt:lpstr>
      <vt:lpstr>Office Theme</vt:lpstr>
      <vt:lpstr>Advanced  C Programming Lab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Montazeri Amirmohammad</dc:creator>
  <cp:lastModifiedBy>Montazeri Amirmohammad</cp:lastModifiedBy>
  <cp:revision>1</cp:revision>
  <dcterms:created xsi:type="dcterms:W3CDTF">2026-03-10T03:42:47Z</dcterms:created>
  <dcterms:modified xsi:type="dcterms:W3CDTF">2026-03-11T05:11:23Z</dcterms:modified>
</cp:coreProperties>
</file>
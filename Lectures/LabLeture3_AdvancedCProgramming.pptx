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2" r:id="rId3"/>
    <p:sldId id="259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1" r:id="rId12"/>
    <p:sldId id="283" r:id="rId13"/>
    <p:sldId id="282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8A0CE1-CF06-476F-ACB0-92C265CA36FA}" v="556" dt="2026-03-24T05:49:42.9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876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tazeri Amirmohammad" userId="14ff55ea-1130-4eaf-8ccc-034b5b7c25f7" providerId="ADAL" clId="{350A065B-EB90-46D0-BEBC-19D9BCE43320}"/>
    <pc:docChg chg="undo redo custSel addSld delSld modSld sldOrd modMainMaster">
      <pc:chgData name="Montazeri Amirmohammad" userId="14ff55ea-1130-4eaf-8ccc-034b5b7c25f7" providerId="ADAL" clId="{350A065B-EB90-46D0-BEBC-19D9BCE43320}" dt="2026-03-25T00:10:38.177" v="6985" actId="20577"/>
      <pc:docMkLst>
        <pc:docMk/>
      </pc:docMkLst>
      <pc:sldChg chg="addSp modSp new mod modTransition setBg">
        <pc:chgData name="Montazeri Amirmohammad" userId="14ff55ea-1130-4eaf-8ccc-034b5b7c25f7" providerId="ADAL" clId="{350A065B-EB90-46D0-BEBC-19D9BCE43320}" dt="2026-03-24T00:30:07.579" v="3085" actId="2711"/>
        <pc:sldMkLst>
          <pc:docMk/>
          <pc:sldMk cId="2153268574" sldId="256"/>
        </pc:sldMkLst>
        <pc:spChg chg="mod">
          <ac:chgData name="Montazeri Amirmohammad" userId="14ff55ea-1130-4eaf-8ccc-034b5b7c25f7" providerId="ADAL" clId="{350A065B-EB90-46D0-BEBC-19D9BCE43320}" dt="2026-03-24T00:30:07.579" v="3085" actId="2711"/>
          <ac:spMkLst>
            <pc:docMk/>
            <pc:sldMk cId="2153268574" sldId="256"/>
            <ac:spMk id="2" creationId="{E96DB141-0470-96EA-DF32-17B31B653660}"/>
          </ac:spMkLst>
        </pc:spChg>
        <pc:spChg chg="mod">
          <ac:chgData name="Montazeri Amirmohammad" userId="14ff55ea-1130-4eaf-8ccc-034b5b7c25f7" providerId="ADAL" clId="{350A065B-EB90-46D0-BEBC-19D9BCE43320}" dt="2026-03-24T00:12:25.005" v="2914" actId="20577"/>
          <ac:spMkLst>
            <pc:docMk/>
            <pc:sldMk cId="2153268574" sldId="256"/>
            <ac:spMk id="3" creationId="{A8B21C20-BBB1-22DC-0A22-038CB58DF228}"/>
          </ac:spMkLst>
        </pc:spChg>
        <pc:picChg chg="add mod">
          <ac:chgData name="Montazeri Amirmohammad" userId="14ff55ea-1130-4eaf-8ccc-034b5b7c25f7" providerId="ADAL" clId="{350A065B-EB90-46D0-BEBC-19D9BCE43320}" dt="2026-03-24T00:12:21.352" v="2912" actId="1076"/>
          <ac:picMkLst>
            <pc:docMk/>
            <pc:sldMk cId="2153268574" sldId="256"/>
            <ac:picMk id="5" creationId="{EB421C8A-5A7E-A0E8-BCEC-2A37DEF58287}"/>
          </ac:picMkLst>
        </pc:picChg>
        <pc:cxnChg chg="add mod">
          <ac:chgData name="Montazeri Amirmohammad" userId="14ff55ea-1130-4eaf-8ccc-034b5b7c25f7" providerId="ADAL" clId="{350A065B-EB90-46D0-BEBC-19D9BCE43320}" dt="2026-03-11T00:53:49.262" v="290" actId="1035"/>
          <ac:cxnSpMkLst>
            <pc:docMk/>
            <pc:sldMk cId="2153268574" sldId="256"/>
            <ac:cxnSpMk id="7" creationId="{54690442-3261-1A1F-7B33-E54B0AAFE41B}"/>
          </ac:cxnSpMkLst>
        </pc:cxnChg>
      </pc:sldChg>
      <pc:sldChg chg="addSp delSp modSp new add del mod modTransition modNotesTx">
        <pc:chgData name="Montazeri Amirmohammad" userId="14ff55ea-1130-4eaf-8ccc-034b5b7c25f7" providerId="ADAL" clId="{350A065B-EB90-46D0-BEBC-19D9BCE43320}" dt="2026-03-24T00:12:30.586" v="2915" actId="47"/>
        <pc:sldMkLst>
          <pc:docMk/>
          <pc:sldMk cId="3501471641" sldId="257"/>
        </pc:sldMkLst>
      </pc:sldChg>
      <pc:sldChg chg="addSp delSp modSp add mod ord">
        <pc:chgData name="Montazeri Amirmohammad" userId="14ff55ea-1130-4eaf-8ccc-034b5b7c25f7" providerId="ADAL" clId="{350A065B-EB90-46D0-BEBC-19D9BCE43320}" dt="2026-03-24T01:08:16.044" v="3677" actId="20577"/>
        <pc:sldMkLst>
          <pc:docMk/>
          <pc:sldMk cId="2150158284" sldId="259"/>
        </pc:sldMkLst>
        <pc:spChg chg="add del mod">
          <ac:chgData name="Montazeri Amirmohammad" userId="14ff55ea-1130-4eaf-8ccc-034b5b7c25f7" providerId="ADAL" clId="{350A065B-EB90-46D0-BEBC-19D9BCE43320}" dt="2026-03-24T00:32:36.193" v="3121" actId="478"/>
          <ac:spMkLst>
            <pc:docMk/>
            <pc:sldMk cId="2150158284" sldId="259"/>
            <ac:spMk id="2" creationId="{6BF1E9D1-A9B8-203C-9DB6-468B078F1E52}"/>
          </ac:spMkLst>
        </pc:spChg>
        <pc:spChg chg="mod">
          <ac:chgData name="Montazeri Amirmohammad" userId="14ff55ea-1130-4eaf-8ccc-034b5b7c25f7" providerId="ADAL" clId="{350A065B-EB90-46D0-BEBC-19D9BCE43320}" dt="2026-03-24T00:32:19.433" v="3120" actId="20577"/>
          <ac:spMkLst>
            <pc:docMk/>
            <pc:sldMk cId="2150158284" sldId="259"/>
            <ac:spMk id="5" creationId="{BA3F9E5A-C940-109C-4491-AD8C444E11CE}"/>
          </ac:spMkLst>
        </pc:spChg>
        <pc:spChg chg="add mod">
          <ac:chgData name="Montazeri Amirmohammad" userId="14ff55ea-1130-4eaf-8ccc-034b5b7c25f7" providerId="ADAL" clId="{350A065B-EB90-46D0-BEBC-19D9BCE43320}" dt="2026-03-24T01:08:16.044" v="3677" actId="20577"/>
          <ac:spMkLst>
            <pc:docMk/>
            <pc:sldMk cId="2150158284" sldId="259"/>
            <ac:spMk id="8" creationId="{2C3433FA-FF52-6BA9-1CEA-ED7D78F8DE0C}"/>
          </ac:spMkLst>
        </pc:spChg>
        <pc:graphicFrameChg chg="add mod modGraphic">
          <ac:chgData name="Montazeri Amirmohammad" userId="14ff55ea-1130-4eaf-8ccc-034b5b7c25f7" providerId="ADAL" clId="{350A065B-EB90-46D0-BEBC-19D9BCE43320}" dt="2026-03-24T01:04:00.489" v="3671" actId="403"/>
          <ac:graphicFrameMkLst>
            <pc:docMk/>
            <pc:sldMk cId="2150158284" sldId="259"/>
            <ac:graphicFrameMk id="9" creationId="{1EA650D1-C0BE-E4DA-6A30-F9DB719AE656}"/>
          </ac:graphicFrameMkLst>
        </pc:graphicFrameChg>
        <pc:graphicFrameChg chg="add mod">
          <ac:chgData name="Montazeri Amirmohammad" userId="14ff55ea-1130-4eaf-8ccc-034b5b7c25f7" providerId="ADAL" clId="{350A065B-EB90-46D0-BEBC-19D9BCE43320}" dt="2026-03-24T00:54:04.865" v="3500"/>
          <ac:graphicFrameMkLst>
            <pc:docMk/>
            <pc:sldMk cId="2150158284" sldId="259"/>
            <ac:graphicFrameMk id="10" creationId="{06BA0739-DBF2-EE24-4565-F4A92D0217EC}"/>
          </ac:graphicFrameMkLst>
        </pc:graphicFrameChg>
        <pc:picChg chg="add del mod">
          <ac:chgData name="Montazeri Amirmohammad" userId="14ff55ea-1130-4eaf-8ccc-034b5b7c25f7" providerId="ADAL" clId="{350A065B-EB90-46D0-BEBC-19D9BCE43320}" dt="2026-03-24T00:21:22.293" v="2957" actId="478"/>
          <ac:picMkLst>
            <pc:docMk/>
            <pc:sldMk cId="2150158284" sldId="259"/>
            <ac:picMk id="3" creationId="{7A503D23-5D97-73A3-50A2-EB0C70FD6A98}"/>
          </ac:picMkLst>
        </pc:picChg>
        <pc:picChg chg="add mod">
          <ac:chgData name="Montazeri Amirmohammad" userId="14ff55ea-1130-4eaf-8ccc-034b5b7c25f7" providerId="ADAL" clId="{350A065B-EB90-46D0-BEBC-19D9BCE43320}" dt="2026-03-24T00:12:05.466" v="2904" actId="14100"/>
          <ac:picMkLst>
            <pc:docMk/>
            <pc:sldMk cId="2150158284" sldId="259"/>
            <ac:picMk id="6" creationId="{A7A83D4F-BD8D-8237-2511-62583288302E}"/>
          </ac:picMkLst>
        </pc:picChg>
        <pc:picChg chg="add mod">
          <ac:chgData name="Montazeri Amirmohammad" userId="14ff55ea-1130-4eaf-8ccc-034b5b7c25f7" providerId="ADAL" clId="{350A065B-EB90-46D0-BEBC-19D9BCE43320}" dt="2026-03-24T00:27:36.670" v="3079" actId="14100"/>
          <ac:picMkLst>
            <pc:docMk/>
            <pc:sldMk cId="2150158284" sldId="259"/>
            <ac:picMk id="7" creationId="{07E922B9-993F-11BB-C17C-2EE8A00D339E}"/>
          </ac:picMkLst>
        </pc:picChg>
        <pc:picChg chg="add del mod">
          <ac:chgData name="Montazeri Amirmohammad" userId="14ff55ea-1130-4eaf-8ccc-034b5b7c25f7" providerId="ADAL" clId="{350A065B-EB90-46D0-BEBC-19D9BCE43320}" dt="2026-03-24T00:21:23.157" v="2958" actId="478"/>
          <ac:picMkLst>
            <pc:docMk/>
            <pc:sldMk cId="2150158284" sldId="259"/>
            <ac:picMk id="1026" creationId="{EBACC4E6-3BF5-D949-F44B-87518A14EE90}"/>
          </ac:picMkLst>
        </pc:picChg>
        <pc:cxnChg chg="mod">
          <ac:chgData name="Montazeri Amirmohammad" userId="14ff55ea-1130-4eaf-8ccc-034b5b7c25f7" providerId="ADAL" clId="{350A065B-EB90-46D0-BEBC-19D9BCE43320}" dt="2026-03-24T00:31:01.772" v="3090" actId="1076"/>
          <ac:cxnSpMkLst>
            <pc:docMk/>
            <pc:sldMk cId="2150158284" sldId="259"/>
            <ac:cxnSpMk id="14" creationId="{284313A4-35DF-EF5A-EED5-51781829009B}"/>
          </ac:cxnSpMkLst>
        </pc:cxnChg>
      </pc:sldChg>
      <pc:sldChg chg="addSp modSp add del mod">
        <pc:chgData name="Montazeri Amirmohammad" userId="14ff55ea-1130-4eaf-8ccc-034b5b7c25f7" providerId="ADAL" clId="{350A065B-EB90-46D0-BEBC-19D9BCE43320}" dt="2026-03-24T00:14:59.688" v="2922" actId="47"/>
        <pc:sldMkLst>
          <pc:docMk/>
          <pc:sldMk cId="3979785706" sldId="260"/>
        </pc:sldMkLst>
      </pc:sldChg>
      <pc:sldChg chg="addSp delSp modSp add del mod modAnim">
        <pc:chgData name="Montazeri Amirmohammad" userId="14ff55ea-1130-4eaf-8ccc-034b5b7c25f7" providerId="ADAL" clId="{350A065B-EB90-46D0-BEBC-19D9BCE43320}" dt="2026-03-24T00:15:00.462" v="2923" actId="47"/>
        <pc:sldMkLst>
          <pc:docMk/>
          <pc:sldMk cId="1725047365" sldId="261"/>
        </pc:sldMkLst>
      </pc:sldChg>
      <pc:sldChg chg="addSp delSp modSp add del mod delAnim modAnim">
        <pc:chgData name="Montazeri Amirmohammad" userId="14ff55ea-1130-4eaf-8ccc-034b5b7c25f7" providerId="ADAL" clId="{350A065B-EB90-46D0-BEBC-19D9BCE43320}" dt="2026-03-24T00:15:00.994" v="2924" actId="47"/>
        <pc:sldMkLst>
          <pc:docMk/>
          <pc:sldMk cId="3346343427" sldId="262"/>
        </pc:sldMkLst>
      </pc:sldChg>
      <pc:sldChg chg="addSp delSp modSp add del mod ord">
        <pc:chgData name="Montazeri Amirmohammad" userId="14ff55ea-1130-4eaf-8ccc-034b5b7c25f7" providerId="ADAL" clId="{350A065B-EB90-46D0-BEBC-19D9BCE43320}" dt="2026-03-24T00:23:53.200" v="3073" actId="47"/>
        <pc:sldMkLst>
          <pc:docMk/>
          <pc:sldMk cId="3187382795" sldId="263"/>
        </pc:sldMkLst>
      </pc:sldChg>
      <pc:sldChg chg="addSp delSp modSp add del mod modAnim modNotesTx">
        <pc:chgData name="Montazeri Amirmohammad" userId="14ff55ea-1130-4eaf-8ccc-034b5b7c25f7" providerId="ADAL" clId="{350A065B-EB90-46D0-BEBC-19D9BCE43320}" dt="2026-03-24T03:04:33.013" v="4252" actId="47"/>
        <pc:sldMkLst>
          <pc:docMk/>
          <pc:sldMk cId="2505295565" sldId="264"/>
        </pc:sldMkLst>
        <pc:picChg chg="del">
          <ac:chgData name="Montazeri Amirmohammad" userId="14ff55ea-1130-4eaf-8ccc-034b5b7c25f7" providerId="ADAL" clId="{350A065B-EB90-46D0-BEBC-19D9BCE43320}" dt="2026-03-24T00:23:55.476" v="3074" actId="478"/>
          <ac:picMkLst>
            <pc:docMk/>
            <pc:sldMk cId="2505295565" sldId="264"/>
            <ac:picMk id="12" creationId="{3C6B6BD2-DCB2-AED7-C6D9-64E8B61C6865}"/>
          </ac:picMkLst>
        </pc:picChg>
      </pc:sldChg>
      <pc:sldChg chg="delSp modSp add del mod delAnim modNotesTx">
        <pc:chgData name="Montazeri Amirmohammad" userId="14ff55ea-1130-4eaf-8ccc-034b5b7c25f7" providerId="ADAL" clId="{350A065B-EB90-46D0-BEBC-19D9BCE43320}" dt="2026-03-24T00:14:55.385" v="2919" actId="47"/>
        <pc:sldMkLst>
          <pc:docMk/>
          <pc:sldMk cId="504643310" sldId="265"/>
        </pc:sldMkLst>
      </pc:sldChg>
      <pc:sldChg chg="addSp modSp add del mod">
        <pc:chgData name="Montazeri Amirmohammad" userId="14ff55ea-1130-4eaf-8ccc-034b5b7c25f7" providerId="ADAL" clId="{350A065B-EB90-46D0-BEBC-19D9BCE43320}" dt="2026-03-24T00:14:56.333" v="2920" actId="47"/>
        <pc:sldMkLst>
          <pc:docMk/>
          <pc:sldMk cId="1723033304" sldId="266"/>
        </pc:sldMkLst>
      </pc:sldChg>
      <pc:sldChg chg="addSp modSp add del mod modNotesTx">
        <pc:chgData name="Montazeri Amirmohammad" userId="14ff55ea-1130-4eaf-8ccc-034b5b7c25f7" providerId="ADAL" clId="{350A065B-EB90-46D0-BEBC-19D9BCE43320}" dt="2026-03-24T00:14:57.780" v="2921" actId="47"/>
        <pc:sldMkLst>
          <pc:docMk/>
          <pc:sldMk cId="2803135278" sldId="267"/>
        </pc:sldMkLst>
      </pc:sldChg>
      <pc:sldChg chg="addSp delSp modSp add del mod">
        <pc:chgData name="Montazeri Amirmohammad" userId="14ff55ea-1130-4eaf-8ccc-034b5b7c25f7" providerId="ADAL" clId="{350A065B-EB90-46D0-BEBC-19D9BCE43320}" dt="2026-03-24T00:14:53.803" v="2918" actId="47"/>
        <pc:sldMkLst>
          <pc:docMk/>
          <pc:sldMk cId="1111674387" sldId="268"/>
        </pc:sldMkLst>
      </pc:sldChg>
      <pc:sldChg chg="addSp delSp modSp add del mod modAnim">
        <pc:chgData name="Montazeri Amirmohammad" userId="14ff55ea-1130-4eaf-8ccc-034b5b7c25f7" providerId="ADAL" clId="{350A065B-EB90-46D0-BEBC-19D9BCE43320}" dt="2026-03-24T00:14:52.955" v="2917" actId="47"/>
        <pc:sldMkLst>
          <pc:docMk/>
          <pc:sldMk cId="774005816" sldId="269"/>
        </pc:sldMkLst>
      </pc:sldChg>
      <pc:sldChg chg="addSp delSp modSp add del mod delAnim modAnim modNotesTx">
        <pc:chgData name="Montazeri Amirmohammad" userId="14ff55ea-1130-4eaf-8ccc-034b5b7c25f7" providerId="ADAL" clId="{350A065B-EB90-46D0-BEBC-19D9BCE43320}" dt="2026-03-24T00:14:50.907" v="2916" actId="47"/>
        <pc:sldMkLst>
          <pc:docMk/>
          <pc:sldMk cId="2630397307" sldId="270"/>
        </pc:sldMkLst>
      </pc:sldChg>
      <pc:sldChg chg="addSp delSp modSp add mod delAnim">
        <pc:chgData name="Montazeri Amirmohammad" userId="14ff55ea-1130-4eaf-8ccc-034b5b7c25f7" providerId="ADAL" clId="{350A065B-EB90-46D0-BEBC-19D9BCE43320}" dt="2026-03-24T03:04:39.789" v="4254" actId="20577"/>
        <pc:sldMkLst>
          <pc:docMk/>
          <pc:sldMk cId="3063055429" sldId="271"/>
        </pc:sldMkLst>
        <pc:spChg chg="add mod">
          <ac:chgData name="Montazeri Amirmohammad" userId="14ff55ea-1130-4eaf-8ccc-034b5b7c25f7" providerId="ADAL" clId="{350A065B-EB90-46D0-BEBC-19D9BCE43320}" dt="2026-03-11T05:10:14.071" v="2836" actId="20577"/>
          <ac:spMkLst>
            <pc:docMk/>
            <pc:sldMk cId="3063055429" sldId="271"/>
            <ac:spMk id="2" creationId="{74895496-CE9B-A3D2-3D01-FF21FB100921}"/>
          </ac:spMkLst>
        </pc:spChg>
        <pc:spChg chg="add mod">
          <ac:chgData name="Montazeri Amirmohammad" userId="14ff55ea-1130-4eaf-8ccc-034b5b7c25f7" providerId="ADAL" clId="{350A065B-EB90-46D0-BEBC-19D9BCE43320}" dt="2026-03-24T03:04:39.789" v="4254" actId="20577"/>
          <ac:spMkLst>
            <pc:docMk/>
            <pc:sldMk cId="3063055429" sldId="271"/>
            <ac:spMk id="6" creationId="{A9E1BDB2-8E29-1908-8946-D8ECBA907EBF}"/>
          </ac:spMkLst>
        </pc:spChg>
        <pc:spChg chg="add mod">
          <ac:chgData name="Montazeri Amirmohammad" userId="14ff55ea-1130-4eaf-8ccc-034b5b7c25f7" providerId="ADAL" clId="{350A065B-EB90-46D0-BEBC-19D9BCE43320}" dt="2026-03-11T05:09:36.060" v="2831" actId="1076"/>
          <ac:spMkLst>
            <pc:docMk/>
            <pc:sldMk cId="3063055429" sldId="271"/>
            <ac:spMk id="9" creationId="{4CF56F52-BD99-3EA3-BD0B-748E523C4750}"/>
          </ac:spMkLst>
        </pc:spChg>
        <pc:cxnChg chg="mod">
          <ac:chgData name="Montazeri Amirmohammad" userId="14ff55ea-1130-4eaf-8ccc-034b5b7c25f7" providerId="ADAL" clId="{350A065B-EB90-46D0-BEBC-19D9BCE43320}" dt="2026-03-11T05:00:23.431" v="2577" actId="1036"/>
          <ac:cxnSpMkLst>
            <pc:docMk/>
            <pc:sldMk cId="3063055429" sldId="271"/>
            <ac:cxnSpMk id="14" creationId="{D094CFAA-29C4-E136-7731-1A84E511DC4D}"/>
          </ac:cxnSpMkLst>
        </pc:cxnChg>
      </pc:sldChg>
      <pc:sldChg chg="add del">
        <pc:chgData name="Montazeri Amirmohammad" userId="14ff55ea-1130-4eaf-8ccc-034b5b7c25f7" providerId="ADAL" clId="{350A065B-EB90-46D0-BEBC-19D9BCE43320}" dt="2026-03-24T00:19:07.876" v="2932" actId="2890"/>
        <pc:sldMkLst>
          <pc:docMk/>
          <pc:sldMk cId="1783148631" sldId="272"/>
        </pc:sldMkLst>
      </pc:sldChg>
      <pc:sldChg chg="modSp add mod ord">
        <pc:chgData name="Montazeri Amirmohammad" userId="14ff55ea-1130-4eaf-8ccc-034b5b7c25f7" providerId="ADAL" clId="{350A065B-EB90-46D0-BEBC-19D9BCE43320}" dt="2026-03-24T00:31:48.567" v="3094"/>
        <pc:sldMkLst>
          <pc:docMk/>
          <pc:sldMk cId="2360886220" sldId="272"/>
        </pc:sldMkLst>
        <pc:spChg chg="mod">
          <ac:chgData name="Montazeri Amirmohammad" userId="14ff55ea-1130-4eaf-8ccc-034b5b7c25f7" providerId="ADAL" clId="{350A065B-EB90-46D0-BEBC-19D9BCE43320}" dt="2026-03-24T00:31:27" v="3092" actId="2711"/>
          <ac:spMkLst>
            <pc:docMk/>
            <pc:sldMk cId="2360886220" sldId="272"/>
            <ac:spMk id="2" creationId="{91BBE753-0289-EB2E-8BAD-69F4391665D6}"/>
          </ac:spMkLst>
        </pc:spChg>
      </pc:sldChg>
      <pc:sldChg chg="add del">
        <pc:chgData name="Montazeri Amirmohammad" userId="14ff55ea-1130-4eaf-8ccc-034b5b7c25f7" providerId="ADAL" clId="{350A065B-EB90-46D0-BEBC-19D9BCE43320}" dt="2026-03-24T00:30:45.845" v="3088" actId="47"/>
        <pc:sldMkLst>
          <pc:docMk/>
          <pc:sldMk cId="3392796138" sldId="272"/>
        </pc:sldMkLst>
      </pc:sldChg>
      <pc:sldChg chg="addSp delSp modSp add mod modAnim">
        <pc:chgData name="Montazeri Amirmohammad" userId="14ff55ea-1130-4eaf-8ccc-034b5b7c25f7" providerId="ADAL" clId="{350A065B-EB90-46D0-BEBC-19D9BCE43320}" dt="2026-03-24T01:23:49.307" v="4208"/>
        <pc:sldMkLst>
          <pc:docMk/>
          <pc:sldMk cId="1494953676" sldId="273"/>
        </pc:sldMkLst>
        <pc:spChg chg="add mod">
          <ac:chgData name="Montazeri Amirmohammad" userId="14ff55ea-1130-4eaf-8ccc-034b5b7c25f7" providerId="ADAL" clId="{350A065B-EB90-46D0-BEBC-19D9BCE43320}" dt="2026-03-24T01:23:49.307" v="4208"/>
          <ac:spMkLst>
            <pc:docMk/>
            <pc:sldMk cId="1494953676" sldId="273"/>
            <ac:spMk id="2" creationId="{1B1E3F40-9FDA-1291-D474-1F16B0E7C2B4}"/>
          </ac:spMkLst>
        </pc:spChg>
        <pc:spChg chg="add mod">
          <ac:chgData name="Montazeri Amirmohammad" userId="14ff55ea-1130-4eaf-8ccc-034b5b7c25f7" providerId="ADAL" clId="{350A065B-EB90-46D0-BEBC-19D9BCE43320}" dt="2026-03-24T01:22:25.731" v="4172" actId="1076"/>
          <ac:spMkLst>
            <pc:docMk/>
            <pc:sldMk cId="1494953676" sldId="273"/>
            <ac:spMk id="3" creationId="{42AC579B-DE19-35B6-6719-978CC4A00B12}"/>
          </ac:spMkLst>
        </pc:spChg>
        <pc:spChg chg="del">
          <ac:chgData name="Montazeri Amirmohammad" userId="14ff55ea-1130-4eaf-8ccc-034b5b7c25f7" providerId="ADAL" clId="{350A065B-EB90-46D0-BEBC-19D9BCE43320}" dt="2026-03-24T01:11:00.862" v="3678" actId="478"/>
          <ac:spMkLst>
            <pc:docMk/>
            <pc:sldMk cId="1494953676" sldId="273"/>
            <ac:spMk id="8" creationId="{8F025027-D5A8-6D12-D527-A592498D36A6}"/>
          </ac:spMkLst>
        </pc:spChg>
        <pc:graphicFrameChg chg="del">
          <ac:chgData name="Montazeri Amirmohammad" userId="14ff55ea-1130-4eaf-8ccc-034b5b7c25f7" providerId="ADAL" clId="{350A065B-EB90-46D0-BEBC-19D9BCE43320}" dt="2026-03-24T01:04:39.651" v="3673" actId="478"/>
          <ac:graphicFrameMkLst>
            <pc:docMk/>
            <pc:sldMk cId="1494953676" sldId="273"/>
            <ac:graphicFrameMk id="9" creationId="{2D3AF02A-F177-6664-E6B0-24EC4C89725F}"/>
          </ac:graphicFrameMkLst>
        </pc:graphicFrameChg>
      </pc:sldChg>
      <pc:sldChg chg="addSp modSp add mod">
        <pc:chgData name="Montazeri Amirmohammad" userId="14ff55ea-1130-4eaf-8ccc-034b5b7c25f7" providerId="ADAL" clId="{350A065B-EB90-46D0-BEBC-19D9BCE43320}" dt="2026-03-24T01:25:32.308" v="4248" actId="20577"/>
        <pc:sldMkLst>
          <pc:docMk/>
          <pc:sldMk cId="3618377564" sldId="274"/>
        </pc:sldMkLst>
        <pc:spChg chg="mod">
          <ac:chgData name="Montazeri Amirmohammad" userId="14ff55ea-1130-4eaf-8ccc-034b5b7c25f7" providerId="ADAL" clId="{350A065B-EB90-46D0-BEBC-19D9BCE43320}" dt="2026-03-24T01:23:57.588" v="4210" actId="20577"/>
          <ac:spMkLst>
            <pc:docMk/>
            <pc:sldMk cId="3618377564" sldId="274"/>
            <ac:spMk id="2" creationId="{44F64978-9E76-90C8-46BA-BFA24E4DFF94}"/>
          </ac:spMkLst>
        </pc:spChg>
        <pc:spChg chg="add mod">
          <ac:chgData name="Montazeri Amirmohammad" userId="14ff55ea-1130-4eaf-8ccc-034b5b7c25f7" providerId="ADAL" clId="{350A065B-EB90-46D0-BEBC-19D9BCE43320}" dt="2026-03-24T01:15:55.133" v="3700" actId="1076"/>
          <ac:spMkLst>
            <pc:docMk/>
            <pc:sldMk cId="3618377564" sldId="274"/>
            <ac:spMk id="3" creationId="{57CBA244-3DBD-AE91-2F86-91FDFE7D4E17}"/>
          </ac:spMkLst>
        </pc:spChg>
        <pc:spChg chg="add mod">
          <ac:chgData name="Montazeri Amirmohammad" userId="14ff55ea-1130-4eaf-8ccc-034b5b7c25f7" providerId="ADAL" clId="{350A065B-EB90-46D0-BEBC-19D9BCE43320}" dt="2026-03-24T01:25:32.308" v="4248" actId="20577"/>
          <ac:spMkLst>
            <pc:docMk/>
            <pc:sldMk cId="3618377564" sldId="274"/>
            <ac:spMk id="6" creationId="{75748608-587E-DE2F-D771-0FA2E8E3E1D0}"/>
          </ac:spMkLst>
        </pc:spChg>
      </pc:sldChg>
      <pc:sldChg chg="addSp delSp modSp add mod ord modAnim">
        <pc:chgData name="Montazeri Amirmohammad" userId="14ff55ea-1130-4eaf-8ccc-034b5b7c25f7" providerId="ADAL" clId="{350A065B-EB90-46D0-BEBC-19D9BCE43320}" dt="2026-03-24T04:52:20.944" v="4839" actId="20577"/>
        <pc:sldMkLst>
          <pc:docMk/>
          <pc:sldMk cId="758935248" sldId="275"/>
        </pc:sldMkLst>
        <pc:spChg chg="del">
          <ac:chgData name="Montazeri Amirmohammad" userId="14ff55ea-1130-4eaf-8ccc-034b5b7c25f7" providerId="ADAL" clId="{350A065B-EB90-46D0-BEBC-19D9BCE43320}" dt="2026-03-24T04:48:15.446" v="4474" actId="478"/>
          <ac:spMkLst>
            <pc:docMk/>
            <pc:sldMk cId="758935248" sldId="275"/>
            <ac:spMk id="2" creationId="{EF94B7DD-CDE0-4ED2-3851-DB94D7A96E58}"/>
          </ac:spMkLst>
        </pc:spChg>
        <pc:spChg chg="del mod">
          <ac:chgData name="Montazeri Amirmohammad" userId="14ff55ea-1130-4eaf-8ccc-034b5b7c25f7" providerId="ADAL" clId="{350A065B-EB90-46D0-BEBC-19D9BCE43320}" dt="2026-03-24T04:49:17.363" v="4476" actId="478"/>
          <ac:spMkLst>
            <pc:docMk/>
            <pc:sldMk cId="758935248" sldId="275"/>
            <ac:spMk id="3" creationId="{3D19B889-ED14-ED10-7228-B37F0FFE4066}"/>
          </ac:spMkLst>
        </pc:spChg>
        <pc:spChg chg="mod">
          <ac:chgData name="Montazeri Amirmohammad" userId="14ff55ea-1130-4eaf-8ccc-034b5b7c25f7" providerId="ADAL" clId="{350A065B-EB90-46D0-BEBC-19D9BCE43320}" dt="2026-03-24T04:15:16.250" v="4263"/>
          <ac:spMkLst>
            <pc:docMk/>
            <pc:sldMk cId="758935248" sldId="275"/>
            <ac:spMk id="5" creationId="{7032759C-F78C-0272-C262-35ECD42A2D48}"/>
          </ac:spMkLst>
        </pc:spChg>
        <pc:spChg chg="add mod">
          <ac:chgData name="Montazeri Amirmohammad" userId="14ff55ea-1130-4eaf-8ccc-034b5b7c25f7" providerId="ADAL" clId="{350A065B-EB90-46D0-BEBC-19D9BCE43320}" dt="2026-03-24T04:52:20.944" v="4839" actId="20577"/>
          <ac:spMkLst>
            <pc:docMk/>
            <pc:sldMk cId="758935248" sldId="275"/>
            <ac:spMk id="8" creationId="{53E7EAC3-CA23-B425-F440-05FB04AB876D}"/>
          </ac:spMkLst>
        </pc:spChg>
        <pc:picChg chg="add mod">
          <ac:chgData name="Montazeri Amirmohammad" userId="14ff55ea-1130-4eaf-8ccc-034b5b7c25f7" providerId="ADAL" clId="{350A065B-EB90-46D0-BEBC-19D9BCE43320}" dt="2026-03-24T04:51:37.981" v="4756" actId="1076"/>
          <ac:picMkLst>
            <pc:docMk/>
            <pc:sldMk cId="758935248" sldId="275"/>
            <ac:picMk id="7" creationId="{9E5F627C-B812-9449-5342-529CC7E28F21}"/>
          </ac:picMkLst>
        </pc:picChg>
      </pc:sldChg>
      <pc:sldChg chg="addSp modSp add mod ord">
        <pc:chgData name="Montazeri Amirmohammad" userId="14ff55ea-1130-4eaf-8ccc-034b5b7c25f7" providerId="ADAL" clId="{350A065B-EB90-46D0-BEBC-19D9BCE43320}" dt="2026-03-24T05:48:41.473" v="6968" actId="20577"/>
        <pc:sldMkLst>
          <pc:docMk/>
          <pc:sldMk cId="1946640992" sldId="276"/>
        </pc:sldMkLst>
        <pc:spChg chg="mod">
          <ac:chgData name="Montazeri Amirmohammad" userId="14ff55ea-1130-4eaf-8ccc-034b5b7c25f7" providerId="ADAL" clId="{350A065B-EB90-46D0-BEBC-19D9BCE43320}" dt="2026-03-24T05:15:01.907" v="5567" actId="1038"/>
          <ac:spMkLst>
            <pc:docMk/>
            <pc:sldMk cId="1946640992" sldId="276"/>
            <ac:spMk id="2" creationId="{EA925482-9DC5-FB2B-1BDE-E7E5C61600EE}"/>
          </ac:spMkLst>
        </pc:spChg>
        <pc:spChg chg="mod">
          <ac:chgData name="Montazeri Amirmohammad" userId="14ff55ea-1130-4eaf-8ccc-034b5b7c25f7" providerId="ADAL" clId="{350A065B-EB90-46D0-BEBC-19D9BCE43320}" dt="2026-03-24T05:48:41.473" v="6968" actId="20577"/>
          <ac:spMkLst>
            <pc:docMk/>
            <pc:sldMk cId="1946640992" sldId="276"/>
            <ac:spMk id="3" creationId="{06BFE5BD-726E-5113-DB52-B9AEBDCB6A0A}"/>
          </ac:spMkLst>
        </pc:spChg>
        <pc:spChg chg="add mod">
          <ac:chgData name="Montazeri Amirmohammad" userId="14ff55ea-1130-4eaf-8ccc-034b5b7c25f7" providerId="ADAL" clId="{350A065B-EB90-46D0-BEBC-19D9BCE43320}" dt="2026-03-24T04:27:48.555" v="4291"/>
          <ac:spMkLst>
            <pc:docMk/>
            <pc:sldMk cId="1946640992" sldId="276"/>
            <ac:spMk id="6" creationId="{65963069-90CE-F247-BBCC-BF7B3A4954E6}"/>
          </ac:spMkLst>
        </pc:spChg>
        <pc:picChg chg="add mod">
          <ac:chgData name="Montazeri Amirmohammad" userId="14ff55ea-1130-4eaf-8ccc-034b5b7c25f7" providerId="ADAL" clId="{350A065B-EB90-46D0-BEBC-19D9BCE43320}" dt="2026-03-24T04:51:51.394" v="4830" actId="1036"/>
          <ac:picMkLst>
            <pc:docMk/>
            <pc:sldMk cId="1946640992" sldId="276"/>
            <ac:picMk id="7" creationId="{5A804199-669F-E7BB-FE15-132879DA1ADA}"/>
          </ac:picMkLst>
        </pc:picChg>
      </pc:sldChg>
      <pc:sldChg chg="addSp modSp add mod modAnim">
        <pc:chgData name="Montazeri Amirmohammad" userId="14ff55ea-1130-4eaf-8ccc-034b5b7c25f7" providerId="ADAL" clId="{350A065B-EB90-46D0-BEBC-19D9BCE43320}" dt="2026-03-24T05:15:40.806" v="5604" actId="20577"/>
        <pc:sldMkLst>
          <pc:docMk/>
          <pc:sldMk cId="3723877695" sldId="277"/>
        </pc:sldMkLst>
        <pc:spChg chg="mod">
          <ac:chgData name="Montazeri Amirmohammad" userId="14ff55ea-1130-4eaf-8ccc-034b5b7c25f7" providerId="ADAL" clId="{350A065B-EB90-46D0-BEBC-19D9BCE43320}" dt="2026-03-24T05:15:07.102" v="5586" actId="1038"/>
          <ac:spMkLst>
            <pc:docMk/>
            <pc:sldMk cId="3723877695" sldId="277"/>
            <ac:spMk id="2" creationId="{3E8EBFE5-DAA4-BD83-945D-6E070176CBC2}"/>
          </ac:spMkLst>
        </pc:spChg>
        <pc:spChg chg="mod">
          <ac:chgData name="Montazeri Amirmohammad" userId="14ff55ea-1130-4eaf-8ccc-034b5b7c25f7" providerId="ADAL" clId="{350A065B-EB90-46D0-BEBC-19D9BCE43320}" dt="2026-03-24T04:55:43.599" v="4867" actId="5793"/>
          <ac:spMkLst>
            <pc:docMk/>
            <pc:sldMk cId="3723877695" sldId="277"/>
            <ac:spMk id="3" creationId="{AE281E6A-1355-4E29-30BB-F4EB65F50A9B}"/>
          </ac:spMkLst>
        </pc:spChg>
        <pc:spChg chg="add mod">
          <ac:chgData name="Montazeri Amirmohammad" userId="14ff55ea-1130-4eaf-8ccc-034b5b7c25f7" providerId="ADAL" clId="{350A065B-EB90-46D0-BEBC-19D9BCE43320}" dt="2026-03-24T05:15:40.806" v="5604" actId="20577"/>
          <ac:spMkLst>
            <pc:docMk/>
            <pc:sldMk cId="3723877695" sldId="277"/>
            <ac:spMk id="6" creationId="{21F3F85B-2CB5-E9A7-6DF4-5E016875079A}"/>
          </ac:spMkLst>
        </pc:spChg>
      </pc:sldChg>
      <pc:sldChg chg="addSp modSp add mod modAnim">
        <pc:chgData name="Montazeri Amirmohammad" userId="14ff55ea-1130-4eaf-8ccc-034b5b7c25f7" providerId="ADAL" clId="{350A065B-EB90-46D0-BEBC-19D9BCE43320}" dt="2026-03-25T00:10:38.177" v="6985" actId="20577"/>
        <pc:sldMkLst>
          <pc:docMk/>
          <pc:sldMk cId="9486240" sldId="278"/>
        </pc:sldMkLst>
        <pc:spChg chg="mod">
          <ac:chgData name="Montazeri Amirmohammad" userId="14ff55ea-1130-4eaf-8ccc-034b5b7c25f7" providerId="ADAL" clId="{350A065B-EB90-46D0-BEBC-19D9BCE43320}" dt="2026-03-25T00:10:38.177" v="6985" actId="20577"/>
          <ac:spMkLst>
            <pc:docMk/>
            <pc:sldMk cId="9486240" sldId="278"/>
            <ac:spMk id="2" creationId="{F21A6E52-AF50-E47E-D536-92F971E865EF}"/>
          </ac:spMkLst>
        </pc:spChg>
        <pc:spChg chg="mod">
          <ac:chgData name="Montazeri Amirmohammad" userId="14ff55ea-1130-4eaf-8ccc-034b5b7c25f7" providerId="ADAL" clId="{350A065B-EB90-46D0-BEBC-19D9BCE43320}" dt="2026-03-24T05:01:33.968" v="4953" actId="1076"/>
          <ac:spMkLst>
            <pc:docMk/>
            <pc:sldMk cId="9486240" sldId="278"/>
            <ac:spMk id="3" creationId="{4E31EE78-338F-4C9A-B5EE-55ABB463FC3B}"/>
          </ac:spMkLst>
        </pc:spChg>
        <pc:spChg chg="add mod">
          <ac:chgData name="Montazeri Amirmohammad" userId="14ff55ea-1130-4eaf-8ccc-034b5b7c25f7" providerId="ADAL" clId="{350A065B-EB90-46D0-BEBC-19D9BCE43320}" dt="2026-03-24T05:15:36.518" v="5600" actId="20577"/>
          <ac:spMkLst>
            <pc:docMk/>
            <pc:sldMk cId="9486240" sldId="278"/>
            <ac:spMk id="6" creationId="{68BBE5C4-0F86-EC56-1F40-A2C4CACFF32F}"/>
          </ac:spMkLst>
        </pc:spChg>
      </pc:sldChg>
      <pc:sldChg chg="addSp delSp modSp add mod modAnim">
        <pc:chgData name="Montazeri Amirmohammad" userId="14ff55ea-1130-4eaf-8ccc-034b5b7c25f7" providerId="ADAL" clId="{350A065B-EB90-46D0-BEBC-19D9BCE43320}" dt="2026-03-24T05:49:42.918" v="6982" actId="1037"/>
        <pc:sldMkLst>
          <pc:docMk/>
          <pc:sldMk cId="4179115672" sldId="279"/>
        </pc:sldMkLst>
        <pc:spChg chg="mod">
          <ac:chgData name="Montazeri Amirmohammad" userId="14ff55ea-1130-4eaf-8ccc-034b5b7c25f7" providerId="ADAL" clId="{350A065B-EB90-46D0-BEBC-19D9BCE43320}" dt="2026-03-24T05:28:02.605" v="5763" actId="1076"/>
          <ac:spMkLst>
            <pc:docMk/>
            <pc:sldMk cId="4179115672" sldId="279"/>
            <ac:spMk id="2" creationId="{2931DC29-44B8-9E7F-A5A1-1BFCD0DD1815}"/>
          </ac:spMkLst>
        </pc:spChg>
        <pc:spChg chg="del mod">
          <ac:chgData name="Montazeri Amirmohammad" userId="14ff55ea-1130-4eaf-8ccc-034b5b7c25f7" providerId="ADAL" clId="{350A065B-EB90-46D0-BEBC-19D9BCE43320}" dt="2026-03-24T05:04:22.866" v="4969" actId="478"/>
          <ac:spMkLst>
            <pc:docMk/>
            <pc:sldMk cId="4179115672" sldId="279"/>
            <ac:spMk id="3" creationId="{9F4888A1-25DA-C6E0-3FA9-D1415DED32BC}"/>
          </ac:spMkLst>
        </pc:spChg>
        <pc:spChg chg="add mod">
          <ac:chgData name="Montazeri Amirmohammad" userId="14ff55ea-1130-4eaf-8ccc-034b5b7c25f7" providerId="ADAL" clId="{350A065B-EB90-46D0-BEBC-19D9BCE43320}" dt="2026-03-24T05:28:07.757" v="5765" actId="1076"/>
          <ac:spMkLst>
            <pc:docMk/>
            <pc:sldMk cId="4179115672" sldId="279"/>
            <ac:spMk id="6" creationId="{78B98C31-9E58-9D89-9F7D-1E6B3FBAA382}"/>
          </ac:spMkLst>
        </pc:spChg>
        <pc:spChg chg="add mod">
          <ac:chgData name="Montazeri Amirmohammad" userId="14ff55ea-1130-4eaf-8ccc-034b5b7c25f7" providerId="ADAL" clId="{350A065B-EB90-46D0-BEBC-19D9BCE43320}" dt="2026-03-24T05:28:05.123" v="5764" actId="1076"/>
          <ac:spMkLst>
            <pc:docMk/>
            <pc:sldMk cId="4179115672" sldId="279"/>
            <ac:spMk id="7" creationId="{65202152-DFF6-6339-8336-2E93509C9562}"/>
          </ac:spMkLst>
        </pc:spChg>
        <pc:spChg chg="add mod">
          <ac:chgData name="Montazeri Amirmohammad" userId="14ff55ea-1130-4eaf-8ccc-034b5b7c25f7" providerId="ADAL" clId="{350A065B-EB90-46D0-BEBC-19D9BCE43320}" dt="2026-03-24T05:10:21.319" v="5558" actId="20577"/>
          <ac:spMkLst>
            <pc:docMk/>
            <pc:sldMk cId="4179115672" sldId="279"/>
            <ac:spMk id="8" creationId="{F7CDC448-D0EE-CA31-CFB5-4AED1CA24548}"/>
          </ac:spMkLst>
        </pc:spChg>
        <pc:picChg chg="add mod">
          <ac:chgData name="Montazeri Amirmohammad" userId="14ff55ea-1130-4eaf-8ccc-034b5b7c25f7" providerId="ADAL" clId="{350A065B-EB90-46D0-BEBC-19D9BCE43320}" dt="2026-03-24T05:49:42.918" v="6982" actId="1037"/>
          <ac:picMkLst>
            <pc:docMk/>
            <pc:sldMk cId="4179115672" sldId="279"/>
            <ac:picMk id="1026" creationId="{5687CC28-9F45-8D79-3C8C-3504860BD9FF}"/>
          </ac:picMkLst>
        </pc:picChg>
      </pc:sldChg>
      <pc:sldChg chg="addSp delSp modSp add del mod ord delAnim modAnim">
        <pc:chgData name="Montazeri Amirmohammad" userId="14ff55ea-1130-4eaf-8ccc-034b5b7c25f7" providerId="ADAL" clId="{350A065B-EB90-46D0-BEBC-19D9BCE43320}" dt="2026-03-24T05:51:42.774" v="6983" actId="47"/>
        <pc:sldMkLst>
          <pc:docMk/>
          <pc:sldMk cId="955630149" sldId="280"/>
        </pc:sldMkLst>
        <pc:spChg chg="add del mod">
          <ac:chgData name="Montazeri Amirmohammad" userId="14ff55ea-1130-4eaf-8ccc-034b5b7c25f7" providerId="ADAL" clId="{350A065B-EB90-46D0-BEBC-19D9BCE43320}" dt="2026-03-24T05:05:08.002" v="4976" actId="21"/>
          <ac:spMkLst>
            <pc:docMk/>
            <pc:sldMk cId="955630149" sldId="280"/>
            <ac:spMk id="6" creationId="{78B98C31-9E58-9D89-9F7D-1E6B3FBAA382}"/>
          </ac:spMkLst>
        </pc:spChg>
      </pc:sldChg>
      <pc:sldChg chg="addSp delSp modSp add mod modAnim">
        <pc:chgData name="Montazeri Amirmohammad" userId="14ff55ea-1130-4eaf-8ccc-034b5b7c25f7" providerId="ADAL" clId="{350A065B-EB90-46D0-BEBC-19D9BCE43320}" dt="2026-03-24T05:32:20.225" v="6048"/>
        <pc:sldMkLst>
          <pc:docMk/>
          <pc:sldMk cId="2930553680" sldId="281"/>
        </pc:sldMkLst>
        <pc:spChg chg="mod">
          <ac:chgData name="Montazeri Amirmohammad" userId="14ff55ea-1130-4eaf-8ccc-034b5b7c25f7" providerId="ADAL" clId="{350A065B-EB90-46D0-BEBC-19D9BCE43320}" dt="2026-03-24T05:27:55.438" v="5761" actId="207"/>
          <ac:spMkLst>
            <pc:docMk/>
            <pc:sldMk cId="2930553680" sldId="281"/>
            <ac:spMk id="2" creationId="{DF3757FF-E110-8ED2-BA7A-D3A6B5070F50}"/>
          </ac:spMkLst>
        </pc:spChg>
        <pc:spChg chg="del mod">
          <ac:chgData name="Montazeri Amirmohammad" userId="14ff55ea-1130-4eaf-8ccc-034b5b7c25f7" providerId="ADAL" clId="{350A065B-EB90-46D0-BEBC-19D9BCE43320}" dt="2026-03-24T05:28:24.765" v="5767" actId="478"/>
          <ac:spMkLst>
            <pc:docMk/>
            <pc:sldMk cId="2930553680" sldId="281"/>
            <ac:spMk id="3" creationId="{E5B4F784-251A-0A56-DA55-F6F8D5F4C9DB}"/>
          </ac:spMkLst>
        </pc:spChg>
        <pc:spChg chg="add mod">
          <ac:chgData name="Montazeri Amirmohammad" userId="14ff55ea-1130-4eaf-8ccc-034b5b7c25f7" providerId="ADAL" clId="{350A065B-EB90-46D0-BEBC-19D9BCE43320}" dt="2026-03-24T05:24:11.800" v="5704" actId="20577"/>
          <ac:spMkLst>
            <pc:docMk/>
            <pc:sldMk cId="2930553680" sldId="281"/>
            <ac:spMk id="6" creationId="{A1942A39-0328-6A06-DEB5-303EEFF96DB7}"/>
          </ac:spMkLst>
        </pc:spChg>
        <pc:spChg chg="add mod">
          <ac:chgData name="Montazeri Amirmohammad" userId="14ff55ea-1130-4eaf-8ccc-034b5b7c25f7" providerId="ADAL" clId="{350A065B-EB90-46D0-BEBC-19D9BCE43320}" dt="2026-03-24T05:28:58.328" v="5802" actId="20577"/>
          <ac:spMkLst>
            <pc:docMk/>
            <pc:sldMk cId="2930553680" sldId="281"/>
            <ac:spMk id="7" creationId="{77A44895-A7BA-EE7D-15A0-830BC0AD78E2}"/>
          </ac:spMkLst>
        </pc:spChg>
        <pc:spChg chg="add mod">
          <ac:chgData name="Montazeri Amirmohammad" userId="14ff55ea-1130-4eaf-8ccc-034b5b7c25f7" providerId="ADAL" clId="{350A065B-EB90-46D0-BEBC-19D9BCE43320}" dt="2026-03-24T05:28:50.565" v="5788" actId="20577"/>
          <ac:spMkLst>
            <pc:docMk/>
            <pc:sldMk cId="2930553680" sldId="281"/>
            <ac:spMk id="8" creationId="{C33EFDE2-8DD4-8072-7FC4-84B50D2A525C}"/>
          </ac:spMkLst>
        </pc:spChg>
        <pc:spChg chg="add mod">
          <ac:chgData name="Montazeri Amirmohammad" userId="14ff55ea-1130-4eaf-8ccc-034b5b7c25f7" providerId="ADAL" clId="{350A065B-EB90-46D0-BEBC-19D9BCE43320}" dt="2026-03-24T05:31:48.671" v="6045" actId="1076"/>
          <ac:spMkLst>
            <pc:docMk/>
            <pc:sldMk cId="2930553680" sldId="281"/>
            <ac:spMk id="9" creationId="{E80BD283-71DA-D0C6-589A-11105E8DAF26}"/>
          </ac:spMkLst>
        </pc:spChg>
      </pc:sldChg>
      <pc:sldChg chg="addSp delSp modSp add mod modAnim">
        <pc:chgData name="Montazeri Amirmohammad" userId="14ff55ea-1130-4eaf-8ccc-034b5b7c25f7" providerId="ADAL" clId="{350A065B-EB90-46D0-BEBC-19D9BCE43320}" dt="2026-03-24T05:41:33.860" v="6436" actId="1035"/>
        <pc:sldMkLst>
          <pc:docMk/>
          <pc:sldMk cId="688419830" sldId="282"/>
        </pc:sldMkLst>
        <pc:spChg chg="del">
          <ac:chgData name="Montazeri Amirmohammad" userId="14ff55ea-1130-4eaf-8ccc-034b5b7c25f7" providerId="ADAL" clId="{350A065B-EB90-46D0-BEBC-19D9BCE43320}" dt="2026-03-24T05:32:48.569" v="6050" actId="478"/>
          <ac:spMkLst>
            <pc:docMk/>
            <pc:sldMk cId="688419830" sldId="282"/>
            <ac:spMk id="2" creationId="{33429E2F-FBB6-95C2-56B4-1A952E0A9EC5}"/>
          </ac:spMkLst>
        </pc:spChg>
        <pc:spChg chg="del">
          <ac:chgData name="Montazeri Amirmohammad" userId="14ff55ea-1130-4eaf-8ccc-034b5b7c25f7" providerId="ADAL" clId="{350A065B-EB90-46D0-BEBC-19D9BCE43320}" dt="2026-03-24T05:32:43.480" v="6049" actId="478"/>
          <ac:spMkLst>
            <pc:docMk/>
            <pc:sldMk cId="688419830" sldId="282"/>
            <ac:spMk id="3" creationId="{5F0FDF10-431B-F70D-5483-C7AF4B4F06E5}"/>
          </ac:spMkLst>
        </pc:spChg>
        <pc:spChg chg="mod">
          <ac:chgData name="Montazeri Amirmohammad" userId="14ff55ea-1130-4eaf-8ccc-034b5b7c25f7" providerId="ADAL" clId="{350A065B-EB90-46D0-BEBC-19D9BCE43320}" dt="2026-03-24T05:24:33.936" v="5737" actId="20577"/>
          <ac:spMkLst>
            <pc:docMk/>
            <pc:sldMk cId="688419830" sldId="282"/>
            <ac:spMk id="6" creationId="{18D0DED7-5E84-D1C2-6E11-82CDDCF1BD85}"/>
          </ac:spMkLst>
        </pc:spChg>
        <pc:spChg chg="add mod">
          <ac:chgData name="Montazeri Amirmohammad" userId="14ff55ea-1130-4eaf-8ccc-034b5b7c25f7" providerId="ADAL" clId="{350A065B-EB90-46D0-BEBC-19D9BCE43320}" dt="2026-03-24T05:41:33.860" v="6436" actId="1035"/>
          <ac:spMkLst>
            <pc:docMk/>
            <pc:sldMk cId="688419830" sldId="282"/>
            <ac:spMk id="7" creationId="{17B20A45-1475-DCA7-E092-9825366A3C35}"/>
          </ac:spMkLst>
        </pc:spChg>
        <pc:spChg chg="add mod">
          <ac:chgData name="Montazeri Amirmohammad" userId="14ff55ea-1130-4eaf-8ccc-034b5b7c25f7" providerId="ADAL" clId="{350A065B-EB90-46D0-BEBC-19D9BCE43320}" dt="2026-03-24T05:41:33.860" v="6436" actId="1035"/>
          <ac:spMkLst>
            <pc:docMk/>
            <pc:sldMk cId="688419830" sldId="282"/>
            <ac:spMk id="8" creationId="{FA37B717-F83E-7D60-9172-A15FFE8D714E}"/>
          </ac:spMkLst>
        </pc:spChg>
        <pc:spChg chg="add mod">
          <ac:chgData name="Montazeri Amirmohammad" userId="14ff55ea-1130-4eaf-8ccc-034b5b7c25f7" providerId="ADAL" clId="{350A065B-EB90-46D0-BEBC-19D9BCE43320}" dt="2026-03-24T05:41:33.860" v="6436" actId="1035"/>
          <ac:spMkLst>
            <pc:docMk/>
            <pc:sldMk cId="688419830" sldId="282"/>
            <ac:spMk id="9" creationId="{EDF38386-E157-0ECC-E874-DB02A68A33D5}"/>
          </ac:spMkLst>
        </pc:spChg>
        <pc:spChg chg="add mod">
          <ac:chgData name="Montazeri Amirmohammad" userId="14ff55ea-1130-4eaf-8ccc-034b5b7c25f7" providerId="ADAL" clId="{350A065B-EB90-46D0-BEBC-19D9BCE43320}" dt="2026-03-24T05:41:33.860" v="6436" actId="1035"/>
          <ac:spMkLst>
            <pc:docMk/>
            <pc:sldMk cId="688419830" sldId="282"/>
            <ac:spMk id="10" creationId="{53AC3135-9C3F-2252-9C8F-AD445F8AAA5A}"/>
          </ac:spMkLst>
        </pc:spChg>
        <pc:spChg chg="add del mod">
          <ac:chgData name="Montazeri Amirmohammad" userId="14ff55ea-1130-4eaf-8ccc-034b5b7c25f7" providerId="ADAL" clId="{350A065B-EB90-46D0-BEBC-19D9BCE43320}" dt="2026-03-24T05:41:26.724" v="6418" actId="478"/>
          <ac:spMkLst>
            <pc:docMk/>
            <pc:sldMk cId="688419830" sldId="282"/>
            <ac:spMk id="11" creationId="{230FE147-94D5-A6BB-48DC-FB883815AD77}"/>
          </ac:spMkLst>
        </pc:spChg>
      </pc:sldChg>
      <pc:sldChg chg="delSp modSp add mod ord delAnim">
        <pc:chgData name="Montazeri Amirmohammad" userId="14ff55ea-1130-4eaf-8ccc-034b5b7c25f7" providerId="ADAL" clId="{350A065B-EB90-46D0-BEBC-19D9BCE43320}" dt="2026-03-24T05:47:02.031" v="6962" actId="20577"/>
        <pc:sldMkLst>
          <pc:docMk/>
          <pc:sldMk cId="1117517257" sldId="283"/>
        </pc:sldMkLst>
        <pc:spChg chg="del mod">
          <ac:chgData name="Montazeri Amirmohammad" userId="14ff55ea-1130-4eaf-8ccc-034b5b7c25f7" providerId="ADAL" clId="{350A065B-EB90-46D0-BEBC-19D9BCE43320}" dt="2026-03-24T05:40:52.026" v="6408" actId="478"/>
          <ac:spMkLst>
            <pc:docMk/>
            <pc:sldMk cId="1117517257" sldId="283"/>
            <ac:spMk id="7" creationId="{54EFF788-5A26-FF1C-CF13-5B3DEC1E4466}"/>
          </ac:spMkLst>
        </pc:spChg>
        <pc:spChg chg="del">
          <ac:chgData name="Montazeri Amirmohammad" userId="14ff55ea-1130-4eaf-8ccc-034b5b7c25f7" providerId="ADAL" clId="{350A065B-EB90-46D0-BEBC-19D9BCE43320}" dt="2026-03-24T05:40:50.563" v="6406" actId="478"/>
          <ac:spMkLst>
            <pc:docMk/>
            <pc:sldMk cId="1117517257" sldId="283"/>
            <ac:spMk id="8" creationId="{D5FC490D-F247-94C3-1C87-E81E75720CD1}"/>
          </ac:spMkLst>
        </pc:spChg>
        <pc:spChg chg="del">
          <ac:chgData name="Montazeri Amirmohammad" userId="14ff55ea-1130-4eaf-8ccc-034b5b7c25f7" providerId="ADAL" clId="{350A065B-EB90-46D0-BEBC-19D9BCE43320}" dt="2026-03-24T05:40:54.465" v="6411" actId="478"/>
          <ac:spMkLst>
            <pc:docMk/>
            <pc:sldMk cId="1117517257" sldId="283"/>
            <ac:spMk id="9" creationId="{54238601-DAA5-401E-73F8-620219346EB2}"/>
          </ac:spMkLst>
        </pc:spChg>
        <pc:spChg chg="del mod">
          <ac:chgData name="Montazeri Amirmohammad" userId="14ff55ea-1130-4eaf-8ccc-034b5b7c25f7" providerId="ADAL" clId="{350A065B-EB90-46D0-BEBC-19D9BCE43320}" dt="2026-03-24T05:40:53.336" v="6410" actId="478"/>
          <ac:spMkLst>
            <pc:docMk/>
            <pc:sldMk cId="1117517257" sldId="283"/>
            <ac:spMk id="10" creationId="{ECF9F3C0-D666-9624-72FD-7C1767045505}"/>
          </ac:spMkLst>
        </pc:spChg>
        <pc:spChg chg="mod">
          <ac:chgData name="Montazeri Amirmohammad" userId="14ff55ea-1130-4eaf-8ccc-034b5b7c25f7" providerId="ADAL" clId="{350A065B-EB90-46D0-BEBC-19D9BCE43320}" dt="2026-03-24T05:47:02.031" v="6962" actId="20577"/>
          <ac:spMkLst>
            <pc:docMk/>
            <pc:sldMk cId="1117517257" sldId="283"/>
            <ac:spMk id="11" creationId="{AD7E1279-4A48-4792-11DF-DFE1425E83AD}"/>
          </ac:spMkLst>
        </pc:spChg>
      </pc:sldChg>
      <pc:sldMasterChg chg="setBg modSldLayout">
        <pc:chgData name="Montazeri Amirmohammad" userId="14ff55ea-1130-4eaf-8ccc-034b5b7c25f7" providerId="ADAL" clId="{350A065B-EB90-46D0-BEBC-19D9BCE43320}" dt="2026-03-10T08:53:23.058" v="145"/>
        <pc:sldMasterMkLst>
          <pc:docMk/>
          <pc:sldMasterMk cId="398757171" sldId="2147483648"/>
        </pc:sldMasterMkLst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3773183305" sldId="2147483649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4048162077" sldId="2147483650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1017152360" sldId="2147483651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338721280" sldId="2147483652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1255713256" sldId="2147483653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3538824386" sldId="2147483654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2351934881" sldId="2147483655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1335504349" sldId="2147483656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4044513173" sldId="2147483657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1532873637" sldId="2147483658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2295844635" sldId="214748365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014370-FE23-6AAA-F12C-53C239EB0E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0D0E05-18EC-BAD5-AC73-115AD578A4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93D688-CDCD-40D6-8D99-17C7F9C82E44}" type="datetimeFigureOut">
              <a:rPr lang="en-US" smtClean="0"/>
              <a:t>03/25/2026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FB66B6-B43B-4605-889E-21DF726CA0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F8DFEA-EDD2-DF39-6451-0288872319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AD42E-86FA-4BE6-A1E5-231700EAA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243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F0476-D9A3-4351-BE9E-633314562564}" type="datetimeFigureOut">
              <a:rPr lang="en-US" smtClean="0"/>
              <a:t>03/25/2026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E215F-F957-4717-86A2-D610F1C4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6336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3EDEF-9F97-C45E-2FD2-5DE332D76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A9C1-4BB0-AAEA-332D-59780D449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4AB24-D3E6-9E8F-9DF5-20217947B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A4A57-1BF4-D5FA-286C-391162417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E215F-F957-4717-86A2-D610F1C4937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7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2FA2F-D2CF-4BB9-2DA2-E136981AF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9EBBB-2C00-DCB0-5348-C55BD0127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8BEB7-C62F-7829-DFE5-99A5BE1ED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8A25F-4DC2-48EB-82DE-0FBE2AB3653A}" type="datetime1">
              <a:rPr lang="en-US" smtClean="0"/>
              <a:t>03/25/2026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201BD-CCEC-049C-E7B8-BAE65F28A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8D1A2-8628-A003-E1D1-75806351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183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39716-26CD-9773-616F-F110B6982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3293F-17B0-3DE3-0900-C263C8A44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5D940-2D70-7991-1527-15126FAA7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AB91E-718A-4F53-B81B-F9CD24557603}" type="datetime1">
              <a:rPr lang="en-US" smtClean="0"/>
              <a:t>03/25/2026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80F9D-EC24-6B75-D8F8-56478F9C7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3F20F-230B-0F69-BFDB-AA5AE3D9C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16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5638F-4126-33E3-6988-6802FD743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A7BD8-2DE4-DDFF-8EB6-ED8B217E6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8059D-13D0-8A8A-1D73-A484AD200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6E11C-E838-44BB-ADC4-499736FB2695}" type="datetime1">
              <a:rPr lang="en-US" smtClean="0"/>
              <a:t>03/25/2026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283ED-809D-AFE7-E8D7-FF5037F8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8DBC9-9611-97D2-3E5F-B6582D629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52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E836E-5F5A-B572-BF9C-9EC3A0046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A1918-2F18-701A-4C07-1EA5F1C8F3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1767B-1DC3-10F5-C743-8A8B8C266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EC9EA-E180-D8B2-B0C2-49B94B6D8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01FAA-0B0F-4B4E-89F4-3728EC90C4CD}" type="datetime1">
              <a:rPr lang="en-US" smtClean="0"/>
              <a:t>03/25/2026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E7B83-6709-033B-6A07-77110A7B9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4D1F3-2581-73B4-9EF1-C64C804B1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21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9007-C5C8-86B4-027A-FAA48AD64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FF610-76E7-C34C-6223-DC7A3A180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E3D14-C058-F41F-B797-488342D598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B0312F-3365-38C0-57E3-2865CF224C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04681E-0CA1-B3B6-D58C-6C60233439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3B5A3-0743-03F6-8DF7-BB6AB9348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C4CD6-C7A3-4C1B-846B-6E5EE448C234}" type="datetime1">
              <a:rPr lang="en-US" smtClean="0"/>
              <a:t>03/25/2026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9E81B-BF0A-B9A4-425E-D36CD81DF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8D55DF-8867-ACA8-7A1B-08196BF0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13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EF58-DED1-6647-1CDA-EB885A41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01604C-F114-5D56-A1A9-25E07AD7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E4F83-737B-4E80-B64E-63FD7F6A586D}" type="datetime1">
              <a:rPr lang="en-US" smtClean="0"/>
              <a:t>03/25/2026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C94468-CC8D-2C3E-42C1-255F87CB1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97A943-86CE-554F-3E41-789827174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82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359D68-0DCD-6660-B024-592B90AB8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78FF1-2C3C-4660-8756-7903723A2E99}" type="datetime1">
              <a:rPr lang="en-US" smtClean="0"/>
              <a:t>03/25/2026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64EB17-7591-72C7-29FF-C747C0113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F4D72-80D2-8034-E542-2BC643BDA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3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503FD-85BD-E9A7-CFC3-B33885BE1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240E-D1E6-C97D-CF69-92202191B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92218-B6CB-1D2F-92C5-A157FD33F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60CEF-8935-ADD7-B82D-325A9B898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555E2-DF5C-4DE8-BAC2-83ED0F396B1E}" type="datetime1">
              <a:rPr lang="en-US" smtClean="0"/>
              <a:t>03/25/2026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A64E7-C40E-B802-4173-0A0FCA349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AC64F-BE04-16BF-BA64-B7816BAB5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04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2812E-94DB-D195-A675-E7C5392D2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9C6254-267D-361D-2A58-DBA9F497C0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B5535-1603-AFF7-68A7-B74A3CA6C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DFF21-86D8-1823-45A6-76046A79B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6505-4A08-4EFB-907F-79A3F3BF9362}" type="datetime1">
              <a:rPr lang="en-US" smtClean="0"/>
              <a:t>03/25/2026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DDDAC-374E-B18D-3A51-CAF6A16D4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3912D-5B74-B297-D35F-BC3BC570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13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6ADB8-A463-C78D-BFF3-4E94F3B51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A8E275-5E2C-21EA-D6FF-D87CC419D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B4053-7240-C364-F278-1A2C72A69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3662E-0996-4F59-8042-5BFA47CDD579}" type="datetime1">
              <a:rPr lang="en-US" smtClean="0"/>
              <a:t>03/25/2026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90CBA-538A-329A-1165-F4C690E21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67197-6C2A-1FB7-C549-B767586B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73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85A084-03CE-D556-3471-58A9B2F81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5C678A-FBCA-2DBD-0C07-08FB0D5B4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24A49-F368-933F-2E0F-FABD2AC8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9D92-80B7-4444-AB62-E6AB746E2766}" type="datetime1">
              <a:rPr lang="en-US" smtClean="0"/>
              <a:t>03/25/2026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127B8-5AC2-C1D5-1986-CA0FD19C8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0B8D0-DDD2-3983-65B8-61B82A6A4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44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188D84-8D03-F415-3049-ACFA84395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CBF9C-F525-8FFB-C15A-D1983DDFD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C7A10-92BF-0848-BE73-5441B664E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09AF7-E675-443A-94D6-8B496A197A41}" type="datetime1">
              <a:rPr lang="en-US" smtClean="0"/>
              <a:t>03/25/2026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6638F-6EEB-21B5-421E-4F6EACD8F1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65D7E-5B89-37D3-5268-53D337DA79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7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cprogramming666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DB141-0470-96EA-DF32-17B31B653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2400"/>
            <a:ext cx="9144000" cy="1473200"/>
          </a:xfrm>
        </p:spPr>
        <p:txBody>
          <a:bodyPr anchor="ctr">
            <a:noAutofit/>
          </a:bodyPr>
          <a:lstStyle/>
          <a:p>
            <a:r>
              <a:rPr lang="en-US" sz="4800" dirty="0">
                <a:latin typeface="Verdana Pro Black" panose="020F0502020204030204" pitchFamily="34" charset="0"/>
              </a:rPr>
              <a:t>Advanced</a:t>
            </a:r>
            <a:br>
              <a:rPr lang="en-US" sz="4800" dirty="0">
                <a:latin typeface="Verdana Pro Black" panose="020F0502020204030204" pitchFamily="34" charset="0"/>
              </a:rPr>
            </a:br>
            <a:r>
              <a:rPr lang="en-US" sz="4800" dirty="0">
                <a:latin typeface="Verdana Pro Black" panose="020F0502020204030204" pitchFamily="34" charset="0"/>
              </a:rPr>
              <a:t> C Programming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B21C20-BBB1-22DC-0A22-038CB58DF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 anchor="ctr">
            <a:normAutofit/>
          </a:bodyPr>
          <a:lstStyle/>
          <a:p>
            <a:r>
              <a:rPr lang="en-US" sz="3600" dirty="0">
                <a:latin typeface="Verdana Pro" panose="020B0604030504040204" pitchFamily="34" charset="0"/>
              </a:rPr>
              <a:t>Session III – Mar 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421C8A-5A7E-A0E8-BCEC-2A37DEF58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87" y="238125"/>
            <a:ext cx="903288" cy="90328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690442-3261-1A1F-7B33-E54B0AAFE41B}"/>
              </a:ext>
            </a:extLst>
          </p:cNvPr>
          <p:cNvCxnSpPr>
            <a:cxnSpLocks/>
          </p:cNvCxnSpPr>
          <p:nvPr/>
        </p:nvCxnSpPr>
        <p:spPr>
          <a:xfrm>
            <a:off x="1485900" y="-243353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268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6FC38-B0C7-0757-1ECB-3DFE83D6F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5F63E-E236-23D1-489B-5BF203B5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95771C-D586-5080-1F1B-04DE4A30EB0C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0DA163-1B47-096E-3B9F-795E73EB6868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1BBE753-0289-EB2E-8BAD-69F4391665D6}"/>
              </a:ext>
            </a:extLst>
          </p:cNvPr>
          <p:cNvSpPr txBox="1"/>
          <p:nvPr/>
        </p:nvSpPr>
        <p:spPr>
          <a:xfrm>
            <a:off x="972670" y="1890117"/>
            <a:ext cx="10246659" cy="15388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We will be talking about;</a:t>
            </a:r>
          </a:p>
          <a:p>
            <a:pPr marL="457200" indent="-4572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Input/Output Library</a:t>
            </a:r>
          </a:p>
          <a:p>
            <a:pPr marL="457200" indent="-4572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sz="2800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()” </a:t>
            </a:r>
            <a:r>
              <a:rPr lang="en-US" sz="2800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Funtion</a:t>
            </a:r>
            <a:endParaRPr lang="en-US" sz="2800" dirty="0">
              <a:latin typeface="Helvetic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886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547AA-E49D-FFF5-FD5D-8D79ECCE1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E6AFF-71A0-0546-A7B0-FFD97EB43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3F9E5A-C940-109C-4491-AD8C444E11CE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Input/Output Library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84313A4-35DF-EF5A-EED5-51781829009B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C3433FA-FF52-6BA9-1CEA-ED7D78F8DE0C}"/>
              </a:ext>
            </a:extLst>
          </p:cNvPr>
          <p:cNvSpPr txBox="1"/>
          <p:nvPr/>
        </p:nvSpPr>
        <p:spPr>
          <a:xfrm>
            <a:off x="972670" y="646331"/>
            <a:ext cx="10246659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 C, there are multiple libraries for different use cases. For now, we will just be focusing on </a:t>
            </a:r>
            <a:r>
              <a:rPr lang="en-US" sz="2800" dirty="0">
                <a:solidFill>
                  <a:schemeClr val="accent3"/>
                </a:solidFill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&lt;</a:t>
            </a:r>
            <a:r>
              <a:rPr lang="en-US" sz="2800" dirty="0" err="1">
                <a:solidFill>
                  <a:schemeClr val="accent3"/>
                </a:solidFill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stdio.h</a:t>
            </a:r>
            <a:r>
              <a:rPr lang="en-US" sz="2800" dirty="0">
                <a:solidFill>
                  <a:schemeClr val="accent3"/>
                </a:solidFill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&gt;</a:t>
            </a: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. Some example functions are;</a:t>
            </a:r>
            <a:endParaRPr lang="en-US" sz="2800" dirty="0">
              <a:solidFill>
                <a:schemeClr val="accent3"/>
              </a:solidFill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A650D1-C0BE-E4DA-6A30-F9DB719AE6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847878"/>
              </p:ext>
            </p:extLst>
          </p:nvPr>
        </p:nvGraphicFramePr>
        <p:xfrm>
          <a:off x="1485900" y="2031326"/>
          <a:ext cx="9220199" cy="46685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261830">
                  <a:extLst>
                    <a:ext uri="{9D8B030D-6E8A-4147-A177-3AD203B41FA5}">
                      <a16:colId xmlns:a16="http://schemas.microsoft.com/office/drawing/2014/main" val="2737870855"/>
                    </a:ext>
                  </a:extLst>
                </a:gridCol>
                <a:gridCol w="6958369">
                  <a:extLst>
                    <a:ext uri="{9D8B030D-6E8A-4147-A177-3AD203B41FA5}">
                      <a16:colId xmlns:a16="http://schemas.microsoft.com/office/drawing/2014/main" val="35772325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" pitchFamily="2" charset="0"/>
                        </a:rPr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" pitchFamily="2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9584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Helvetica" pitchFamily="2" charset="0"/>
                        </a:rPr>
                        <a:t>fopen</a:t>
                      </a:r>
                      <a:r>
                        <a:rPr lang="en-US" sz="2000" dirty="0">
                          <a:latin typeface="Helvetica" pitchFamily="2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" pitchFamily="2" charset="0"/>
                        </a:rPr>
                        <a:t>Opens a file and returns a file pointer for use in file handling functions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435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Helvetica" pitchFamily="2" charset="0"/>
                        </a:rPr>
                        <a:t>fclose</a:t>
                      </a:r>
                      <a:r>
                        <a:rPr lang="en-US" sz="2000" dirty="0">
                          <a:latin typeface="Helvetica" pitchFamily="2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" pitchFamily="2" charset="0"/>
                        </a:rPr>
                        <a:t>Closes a 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8493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Helvetica" pitchFamily="2" charset="0"/>
                        </a:rPr>
                        <a:t>remove()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" pitchFamily="2" charset="0"/>
                        </a:rPr>
                        <a:t>Deletes a 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3780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elvetica" pitchFamily="2" charset="0"/>
                        </a:rPr>
                        <a:t>rename()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" pitchFamily="2" charset="0"/>
                        </a:rPr>
                        <a:t>Changes the name of a 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318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Helvetica" pitchFamily="2" charset="0"/>
                        </a:rPr>
                        <a:t>fgetc</a:t>
                      </a:r>
                      <a:r>
                        <a:rPr lang="en-US" sz="2000" dirty="0">
                          <a:latin typeface="Helvetica" pitchFamily="2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" pitchFamily="2" charset="0"/>
                        </a:rPr>
                        <a:t>Returns the ASCII value of a character in a file and advances the position indicator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3907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Helvetica" pitchFamily="2" charset="0"/>
                        </a:rPr>
                        <a:t>getc</a:t>
                      </a:r>
                      <a:r>
                        <a:rPr lang="en-US" sz="2000" dirty="0">
                          <a:latin typeface="Helvetica" pitchFamily="2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" pitchFamily="2" charset="0"/>
                        </a:rPr>
                        <a:t>The same as </a:t>
                      </a:r>
                      <a:r>
                        <a:rPr lang="en-US" dirty="0" err="1">
                          <a:latin typeface="Helvetica" pitchFamily="2" charset="0"/>
                        </a:rPr>
                        <a:t>fgetc</a:t>
                      </a:r>
                      <a:r>
                        <a:rPr lang="en-US" dirty="0">
                          <a:latin typeface="Helvetica" pitchFamily="2" charset="0"/>
                        </a:rPr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314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Helvetica" pitchFamily="2" charset="0"/>
                        </a:rPr>
                        <a:t>getchar</a:t>
                      </a:r>
                      <a:r>
                        <a:rPr lang="en-US" sz="2000" dirty="0">
                          <a:latin typeface="Helvetica" pitchFamily="2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" pitchFamily="2" charset="0"/>
                        </a:rPr>
                        <a:t>Reads one character of user input and returns its ASCII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0668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Helvetica" pitchFamily="2" charset="0"/>
                        </a:rPr>
                        <a:t>scanf</a:t>
                      </a:r>
                      <a:r>
                        <a:rPr lang="en-US" sz="2000" dirty="0">
                          <a:latin typeface="Helvetica" pitchFamily="2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" pitchFamily="2" charset="0"/>
                        </a:rPr>
                        <a:t>Reads formatted data from user input and writes it into a number of memory locations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4330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Helvetica" pitchFamily="2" charset="0"/>
                        </a:rPr>
                        <a:t>printf</a:t>
                      </a:r>
                      <a:r>
                        <a:rPr lang="en-US" sz="2000" dirty="0">
                          <a:latin typeface="Helvetica" pitchFamily="2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" pitchFamily="2" charset="0"/>
                        </a:rPr>
                        <a:t>Writes a formatted string to the console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3971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0158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A7A66-2B2F-568F-C6B8-12DEC081D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51CC1-3C92-EC7D-6F0B-D31ED88A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38D6AF-869B-4208-9A45-DFE8111B841C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Input/Output Library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18C44C-694E-24CE-5E0E-2DAF0370E88D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B1E3F40-9FDA-1291-D474-1F16B0E7C2B4}"/>
              </a:ext>
            </a:extLst>
          </p:cNvPr>
          <p:cNvSpPr txBox="1"/>
          <p:nvPr/>
        </p:nvSpPr>
        <p:spPr>
          <a:xfrm>
            <a:off x="0" y="920623"/>
            <a:ext cx="7366000" cy="50167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Create an integer variable that will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//store the number we get from the user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int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myNum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Ask the user to type a number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("Type a number and press enter: \n");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// Get and save the number the user types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scanf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("%d", &amp;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myNum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Print the number the user typed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("Inputted number is: %d",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myNum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return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AC579B-DE19-35B6-6719-978CC4A00B12}"/>
              </a:ext>
            </a:extLst>
          </p:cNvPr>
          <p:cNvSpPr txBox="1"/>
          <p:nvPr/>
        </p:nvSpPr>
        <p:spPr>
          <a:xfrm>
            <a:off x="7797800" y="2613392"/>
            <a:ext cx="37211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Type a number and press enter: …</a:t>
            </a:r>
          </a:p>
          <a:p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Inputted number is: …</a:t>
            </a:r>
            <a:endParaRPr lang="en-US" sz="20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953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E413B-EF82-F944-11AF-1176DFE69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8D49D-1D6A-9026-367A-3084AA40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5F9833-523E-2706-719D-F58FC2099D9F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Input/Output Library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7E4C1B-325C-0586-BD34-71711D4968F3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4F64978-9E76-90C8-46BA-BFA24E4DFF94}"/>
              </a:ext>
            </a:extLst>
          </p:cNvPr>
          <p:cNvSpPr txBox="1"/>
          <p:nvPr/>
        </p:nvSpPr>
        <p:spPr>
          <a:xfrm>
            <a:off x="0" y="920623"/>
            <a:ext cx="7366000" cy="50167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// Create an integer variable that will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//store the number we get from the user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int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myNum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// Ask the user to type a number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("Type a number and press enter: \n");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// Get and save the number the user types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scanf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("%d", &amp;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myNum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// Print the number the user typed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("Inputted number is: %d",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myNum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return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CBA244-3DBD-AE91-2F86-91FDFE7D4E17}"/>
              </a:ext>
            </a:extLst>
          </p:cNvPr>
          <p:cNvSpPr/>
          <p:nvPr/>
        </p:nvSpPr>
        <p:spPr>
          <a:xfrm>
            <a:off x="1168400" y="3937000"/>
            <a:ext cx="215900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748608-587E-DE2F-D771-0FA2E8E3E1D0}"/>
              </a:ext>
            </a:extLst>
          </p:cNvPr>
          <p:cNvSpPr txBox="1"/>
          <p:nvPr/>
        </p:nvSpPr>
        <p:spPr>
          <a:xfrm>
            <a:off x="7366000" y="1118612"/>
            <a:ext cx="4699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" pitchFamily="2" charset="0"/>
              </a:rPr>
              <a:t>An important note is that the </a:t>
            </a:r>
            <a:r>
              <a:rPr lang="en-US" sz="2400" dirty="0" err="1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scanf</a:t>
            </a: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() </a:t>
            </a:r>
            <a:r>
              <a:rPr lang="en-US" sz="2400" dirty="0">
                <a:latin typeface="Helvetica" pitchFamily="2" charset="0"/>
              </a:rPr>
              <a:t>function takes two arguments: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Helvetica" pitchFamily="2" charset="0"/>
              </a:rPr>
              <a:t>The format specifier of our variable (%d).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Helvetica" pitchFamily="2" charset="0"/>
              </a:rPr>
              <a:t>The reference operator, which stores the memory address of out variable (&amp;</a:t>
            </a:r>
            <a:r>
              <a:rPr lang="en-US" sz="2400" dirty="0" err="1">
                <a:latin typeface="Helvetica" pitchFamily="2" charset="0"/>
              </a:rPr>
              <a:t>myNum</a:t>
            </a:r>
            <a:r>
              <a:rPr lang="en-US" sz="2400" dirty="0">
                <a:latin typeface="Helvetica" pitchFamily="2" charset="0"/>
              </a:rPr>
              <a:t> instead of </a:t>
            </a:r>
            <a:r>
              <a:rPr lang="en-US" sz="2400" dirty="0" err="1">
                <a:latin typeface="Helvetica" pitchFamily="2" charset="0"/>
              </a:rPr>
              <a:t>myNum</a:t>
            </a:r>
            <a:r>
              <a:rPr lang="en-US" sz="2400" dirty="0">
                <a:latin typeface="Helvetica" pitchFamily="2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618377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7A2A6-B7E9-3CCD-D963-CA7355E65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71631-E189-C68E-7BC6-E5A0C5D26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32759C-F78C-0272-C262-35ECD42A2D48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 err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625142-89D9-4F05-B432-EC2891EF7E70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E5F627C-B812-9449-5342-529CC7E28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414" y="1620353"/>
            <a:ext cx="8621171" cy="49185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E7EAC3-CA23-B425-F440-05FB04AB876D}"/>
              </a:ext>
            </a:extLst>
          </p:cNvPr>
          <p:cNvSpPr txBox="1"/>
          <p:nvPr/>
        </p:nvSpPr>
        <p:spPr>
          <a:xfrm>
            <a:off x="972669" y="646331"/>
            <a:ext cx="10246659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There are many format specifiers recognized by </a:t>
            </a:r>
            <a:r>
              <a:rPr lang="en-US" sz="2800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 but we will be focusing on the most used ones for now in the list below:</a:t>
            </a:r>
            <a:endParaRPr lang="en-US" sz="2800" dirty="0">
              <a:solidFill>
                <a:schemeClr val="accent3"/>
              </a:solidFill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9352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B5917-2E11-C3A2-4CFC-3EE27EB1B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ABA2B-8CF4-AC06-B609-720434B33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C1D63-5B32-59AD-1EB7-54C0123F70BC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 err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4C2061A-6E49-4297-646F-7A618192D262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A925482-9DC5-FB2B-1BDE-E7E5C61600EE}"/>
              </a:ext>
            </a:extLst>
          </p:cNvPr>
          <p:cNvSpPr txBox="1"/>
          <p:nvPr/>
        </p:nvSpPr>
        <p:spPr>
          <a:xfrm>
            <a:off x="479925" y="2126496"/>
            <a:ext cx="7366000" cy="30931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int n;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Reading an integer input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scanf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("%d", &amp;n);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("%d", n);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return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BFE5BD-726E-5113-DB52-B9AEBDCB6A0A}"/>
              </a:ext>
            </a:extLst>
          </p:cNvPr>
          <p:cNvSpPr txBox="1"/>
          <p:nvPr/>
        </p:nvSpPr>
        <p:spPr>
          <a:xfrm>
            <a:off x="7797800" y="2613392"/>
            <a:ext cx="3721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lang="en-US" sz="2000" dirty="0">
                <a:latin typeface="Helvetica" pitchFamily="2" charset="0"/>
              </a:rPr>
              <a:t>(inputted number by user will be printed after pressing Enter)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963069-90CE-F247-BBCC-BF7B3A4954E6}"/>
              </a:ext>
            </a:extLst>
          </p:cNvPr>
          <p:cNvSpPr txBox="1"/>
          <p:nvPr/>
        </p:nvSpPr>
        <p:spPr>
          <a:xfrm>
            <a:off x="972670" y="646331"/>
            <a:ext cx="10246659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 C, </a:t>
            </a:r>
            <a:r>
              <a:rPr lang="en-US" sz="2800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 is a standard input function used to read formatted data from the standard input stream (stdin), which is usually the keyboard.</a:t>
            </a:r>
            <a:endParaRPr lang="en-US" sz="2800" dirty="0">
              <a:solidFill>
                <a:schemeClr val="accent3"/>
              </a:solidFill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804199-669F-E7BB-FE15-132879DA1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414" y="7116278"/>
            <a:ext cx="8621171" cy="491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40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98D01-EF3A-D553-A3EB-E2C7AA2EE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F5598-9B46-F0B5-B347-74ECDC2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6F8AE0-D7D0-233F-54B2-623765D436C2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 err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102CC4-0890-20B5-40D3-353AB19D5072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E8EBFE5-DAA4-BD83-945D-6E070176CBC2}"/>
              </a:ext>
            </a:extLst>
          </p:cNvPr>
          <p:cNvSpPr txBox="1"/>
          <p:nvPr/>
        </p:nvSpPr>
        <p:spPr>
          <a:xfrm>
            <a:off x="519764" y="1112981"/>
            <a:ext cx="7366000" cy="463203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int num;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("Enter an integer: ");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int result =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scanf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("%d", &amp;num);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if (result == 1)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("You entered: %d\n", num);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} else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("Failed to read an integer.\n");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}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return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281E6A-1355-4E29-30BB-F4EB65F50A9B}"/>
              </a:ext>
            </a:extLst>
          </p:cNvPr>
          <p:cNvSpPr txBox="1"/>
          <p:nvPr/>
        </p:nvSpPr>
        <p:spPr>
          <a:xfrm>
            <a:off x="8226425" y="2448790"/>
            <a:ext cx="3721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Enter an integer: …</a:t>
            </a:r>
          </a:p>
          <a:p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You entered: …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F3F85B-2CB5-E9A7-6DF4-5E016875079A}"/>
              </a:ext>
            </a:extLst>
          </p:cNvPr>
          <p:cNvSpPr txBox="1"/>
          <p:nvPr/>
        </p:nvSpPr>
        <p:spPr>
          <a:xfrm>
            <a:off x="3096183" y="646331"/>
            <a:ext cx="599963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A program with single type input.</a:t>
            </a:r>
            <a:endParaRPr lang="en-US" sz="2000" dirty="0"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877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ACE53-18CC-71B3-8CC7-3ACC988D7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F4251-A788-0FB1-7758-33D2463E2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BBE06E-5D2E-B3BD-4C83-05204DA0A04D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 err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05B0420-42E4-7C1D-2225-5E92C55066C4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21A6E52-AF50-E47E-D536-92F971E865EF}"/>
              </a:ext>
            </a:extLst>
          </p:cNvPr>
          <p:cNvSpPr txBox="1"/>
          <p:nvPr/>
        </p:nvSpPr>
        <p:spPr>
          <a:xfrm>
            <a:off x="0" y="646331"/>
            <a:ext cx="13154026" cy="475514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17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int age;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float height;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char initial;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</a:t>
            </a:r>
            <a:r>
              <a:rPr lang="en-US" sz="17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("Enter your age, height (in meters), and first initial: ");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int result = </a:t>
            </a:r>
            <a:r>
              <a:rPr lang="en-US" sz="17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scanf</a:t>
            </a: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 %f %c", &amp;age, &amp;height, &amp;initial);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if (result == 3)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   </a:t>
            </a:r>
            <a:r>
              <a:rPr lang="en-US" sz="17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("You entered: Age = %d, Height = %.2f, Initial = %c\n", age, height, initial);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} else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   </a:t>
            </a:r>
            <a:r>
              <a:rPr lang="en-US" sz="17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("Failed to read all values.\n");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}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return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31EE78-338F-4C9A-B5EE-55ABB463FC3B}"/>
              </a:ext>
            </a:extLst>
          </p:cNvPr>
          <p:cNvSpPr txBox="1"/>
          <p:nvPr/>
        </p:nvSpPr>
        <p:spPr>
          <a:xfrm>
            <a:off x="2105025" y="5032911"/>
            <a:ext cx="100869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Enter your age, height (in meters), and first initial: 20 170 </a:t>
            </a:r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JB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You entered: Age = 20, Height = 170.00, Initial = JB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BBE5C4-0F86-EC56-1F40-A2C4CACFF32F}"/>
              </a:ext>
            </a:extLst>
          </p:cNvPr>
          <p:cNvSpPr txBox="1"/>
          <p:nvPr/>
        </p:nvSpPr>
        <p:spPr>
          <a:xfrm>
            <a:off x="3096183" y="646330"/>
            <a:ext cx="599963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 A program with different types of input.</a:t>
            </a:r>
            <a:endParaRPr lang="en-US" sz="2000" dirty="0"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6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57B6E-521E-CB26-77C0-9205F8CC8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C4F85-78D0-72C6-83C3-BEE5E0297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AE1846-7FDF-94D6-B9FD-A5228AE58DAE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 err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5B6CF-5A8F-94FC-8B34-16BF316E7D8C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931DC29-44B8-9E7F-A5A1-1BFCD0DD1815}"/>
              </a:ext>
            </a:extLst>
          </p:cNvPr>
          <p:cNvSpPr txBox="1"/>
          <p:nvPr/>
        </p:nvSpPr>
        <p:spPr>
          <a:xfrm>
            <a:off x="606392" y="1595882"/>
            <a:ext cx="3667225" cy="232371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int num;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scanf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("%x", &amp;num);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("%d", num);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pic>
        <p:nvPicPr>
          <p:cNvPr id="1026" name="Picture 2" descr="Hexadecimal Definition - What is the hexadecimal number system?">
            <a:extLst>
              <a:ext uri="{FF2B5EF4-FFF2-40B4-BE49-F238E27FC236}">
                <a16:creationId xmlns:a16="http://schemas.microsoft.com/office/drawing/2014/main" id="{5687CC28-9F45-8D79-3C8C-3504860BD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0" y="1200933"/>
            <a:ext cx="7816057" cy="460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B98C31-9E58-9D89-9F7D-1E6B3FBAA382}"/>
              </a:ext>
            </a:extLst>
          </p:cNvPr>
          <p:cNvSpPr txBox="1"/>
          <p:nvPr/>
        </p:nvSpPr>
        <p:spPr>
          <a:xfrm>
            <a:off x="606392" y="5262118"/>
            <a:ext cx="3086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10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202152-DFF6-6339-8336-2E93509C9562}"/>
              </a:ext>
            </a:extLst>
          </p:cNvPr>
          <p:cNvSpPr txBox="1"/>
          <p:nvPr/>
        </p:nvSpPr>
        <p:spPr>
          <a:xfrm>
            <a:off x="606392" y="4049679"/>
            <a:ext cx="3086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Input: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0A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CDC448-D0EE-CA31-CFB5-4AED1CA24548}"/>
              </a:ext>
            </a:extLst>
          </p:cNvPr>
          <p:cNvSpPr txBox="1"/>
          <p:nvPr/>
        </p:nvSpPr>
        <p:spPr>
          <a:xfrm>
            <a:off x="3096183" y="646330"/>
            <a:ext cx="599963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Hexadecimal to Decimal number convertor.</a:t>
            </a:r>
            <a:endParaRPr lang="en-US" sz="2000" dirty="0"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115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70826-7092-12C4-DAE5-42346FEBB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51070-88F3-03A7-E639-917C0CEE8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F9803A-0E9A-A212-7756-1C2D431D0C4C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 err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B9C17EA-9A5B-CCD6-6226-073C43C5383E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F3757FF-E110-8ED2-BA7A-D3A6B5070F50}"/>
              </a:ext>
            </a:extLst>
          </p:cNvPr>
          <p:cNvSpPr txBox="1"/>
          <p:nvPr/>
        </p:nvSpPr>
        <p:spPr>
          <a:xfrm>
            <a:off x="539014" y="1692771"/>
            <a:ext cx="6439302" cy="34778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char name[40];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Reading an inputted string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("Type your full name: \n");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scanf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("%s", name); 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("Hello! %s", name);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return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942A39-0328-6A06-DEB5-303EEFF96DB7}"/>
              </a:ext>
            </a:extLst>
          </p:cNvPr>
          <p:cNvSpPr txBox="1"/>
          <p:nvPr/>
        </p:nvSpPr>
        <p:spPr>
          <a:xfrm>
            <a:off x="3096183" y="646330"/>
            <a:ext cx="599963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Using </a:t>
            </a:r>
            <a:r>
              <a:rPr lang="en-US" sz="2000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 to print multiple words.</a:t>
            </a:r>
            <a:endParaRPr lang="en-US" sz="2000" dirty="0"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A44895-A7BA-EE7D-15A0-830BC0AD78E2}"/>
              </a:ext>
            </a:extLst>
          </p:cNvPr>
          <p:cNvSpPr txBox="1"/>
          <p:nvPr/>
        </p:nvSpPr>
        <p:spPr>
          <a:xfrm>
            <a:off x="7552764" y="3492005"/>
            <a:ext cx="3086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Hello! Johny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3EFDE2-8DD4-8072-7FC4-84B50D2A525C}"/>
              </a:ext>
            </a:extLst>
          </p:cNvPr>
          <p:cNvSpPr txBox="1"/>
          <p:nvPr/>
        </p:nvSpPr>
        <p:spPr>
          <a:xfrm>
            <a:off x="7552764" y="2279566"/>
            <a:ext cx="3086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Input: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Johny Blaze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0BD283-71DA-D0C6-589A-11105E8DAF26}"/>
              </a:ext>
            </a:extLst>
          </p:cNvPr>
          <p:cNvSpPr txBox="1"/>
          <p:nvPr/>
        </p:nvSpPr>
        <p:spPr>
          <a:xfrm>
            <a:off x="3054416" y="5143911"/>
            <a:ext cx="60831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Helvetica" pitchFamily="2" charset="0"/>
              </a:rPr>
              <a:t>*When working with string in </a:t>
            </a:r>
            <a:r>
              <a:rPr lang="en-US" dirty="0" err="1">
                <a:latin typeface="Helvetica" pitchFamily="2" charset="0"/>
              </a:rPr>
              <a:t>scanf</a:t>
            </a:r>
            <a:r>
              <a:rPr lang="en-US" dirty="0">
                <a:latin typeface="Helvetica" pitchFamily="2" charset="0"/>
              </a:rPr>
              <a:t>(), make sure to specify an array size large enough to fit your data. Here we have used 40 to make sure it can handle long names.</a:t>
            </a:r>
          </a:p>
        </p:txBody>
      </p:sp>
    </p:spTree>
    <p:extLst>
      <p:ext uri="{BB962C8B-B14F-4D97-AF65-F5344CB8AC3E}">
        <p14:creationId xmlns:p14="http://schemas.microsoft.com/office/powerpoint/2010/main" val="2930553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FBA8F-5560-BF61-6176-149CC4804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C5CD7-1649-2CBE-57BD-F804176A9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B1D224-2806-C7D5-24AA-BAC75C2AE290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 err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2CB4B9-6B59-BD39-F941-6504028C4747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48306E5-D002-C2AC-256E-034E38C58D7E}"/>
              </a:ext>
            </a:extLst>
          </p:cNvPr>
          <p:cNvSpPr txBox="1"/>
          <p:nvPr/>
        </p:nvSpPr>
        <p:spPr>
          <a:xfrm>
            <a:off x="3096183" y="646330"/>
            <a:ext cx="599963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Fixing </a:t>
            </a:r>
            <a:r>
              <a:rPr lang="en-US" sz="2000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 limitations.</a:t>
            </a:r>
            <a:endParaRPr lang="en-US" sz="2000" dirty="0"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7E1279-4A48-4792-11DF-DFE1425E83AD}"/>
              </a:ext>
            </a:extLst>
          </p:cNvPr>
          <p:cNvSpPr txBox="1"/>
          <p:nvPr/>
        </p:nvSpPr>
        <p:spPr>
          <a:xfrm>
            <a:off x="972668" y="1605424"/>
            <a:ext cx="10246659" cy="364715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The issue with </a:t>
            </a:r>
            <a:r>
              <a:rPr lang="en-US" sz="2400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 is that it stops scanning for characters when it encounters whitespace, tabs, etc. So, to display more than a single word, we can use: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endParaRPr lang="en-US" sz="2400" dirty="0">
              <a:latin typeface="Helvetic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A feature of </a:t>
            </a:r>
            <a:r>
              <a:rPr lang="en-US" sz="2400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 called </a:t>
            </a:r>
            <a:r>
              <a:rPr lang="en-US" sz="2400" b="1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scanset</a:t>
            </a:r>
            <a:r>
              <a:rPr lang="en-US" sz="2400" b="1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 characters %[]</a:t>
            </a: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 which allows us to read a sequence of characters until certain a condition is met.</a:t>
            </a: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We can use another function in </a:t>
            </a:r>
            <a:r>
              <a:rPr lang="en-US" sz="2400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stdio.h</a:t>
            </a: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 library called </a:t>
            </a:r>
            <a:r>
              <a:rPr lang="en-US" sz="2400" b="1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fgets</a:t>
            </a:r>
            <a:r>
              <a:rPr lang="en-US" sz="2400" b="1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, which is capable of </a:t>
            </a:r>
            <a:r>
              <a:rPr lang="en-US" sz="2400" b="1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reading a line of text</a:t>
            </a: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. Don’t forget to provide the name of string, </a:t>
            </a:r>
            <a:r>
              <a:rPr lang="en-US" sz="2400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sizeof</a:t>
            </a: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400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string_name</a:t>
            </a: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), and stdin in the parentheses. </a:t>
            </a:r>
            <a:endParaRPr lang="en-US" sz="2400" dirty="0"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517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3797F-84E1-3B15-38E3-E868D9063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6334B-0A9E-642A-8CC3-6A01C2D48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94FE7F-BBFB-6361-A00C-7F02277CF918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 err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DC6FDDC-16F6-D502-31FE-39066E17C101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8D0DED7-5E84-D1C2-6E11-82CDDCF1BD85}"/>
              </a:ext>
            </a:extLst>
          </p:cNvPr>
          <p:cNvSpPr txBox="1"/>
          <p:nvPr/>
        </p:nvSpPr>
        <p:spPr>
          <a:xfrm>
            <a:off x="3096183" y="646330"/>
            <a:ext cx="599963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Fixing </a:t>
            </a:r>
            <a:r>
              <a:rPr lang="en-US" sz="2000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 limitations.</a:t>
            </a:r>
            <a:endParaRPr lang="en-US" sz="2000" dirty="0"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B20A45-1475-DCA7-E092-9825366A3C35}"/>
              </a:ext>
            </a:extLst>
          </p:cNvPr>
          <p:cNvSpPr txBox="1"/>
          <p:nvPr/>
        </p:nvSpPr>
        <p:spPr>
          <a:xfrm>
            <a:off x="0" y="1442441"/>
            <a:ext cx="6096000" cy="34778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char name[40];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Reading an inputted string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("Type your full name: \n");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scanf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</a:t>
            </a:r>
            <a:r>
              <a:rPr lang="en-US" sz="2000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%[^\n]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", name); 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("Hello! %s", name);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return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37B717-F83E-7D60-9172-A15FFE8D714E}"/>
              </a:ext>
            </a:extLst>
          </p:cNvPr>
          <p:cNvSpPr txBox="1"/>
          <p:nvPr/>
        </p:nvSpPr>
        <p:spPr>
          <a:xfrm>
            <a:off x="6096000" y="1445121"/>
            <a:ext cx="6096000" cy="34778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char name[40];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Reading an inputted string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("Type your full name: \n");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 err="1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fgets</a:t>
            </a:r>
            <a:r>
              <a:rPr lang="en-US" sz="2000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(name, </a:t>
            </a:r>
            <a:r>
              <a:rPr lang="en-US" sz="2000" dirty="0" err="1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sizeof</a:t>
            </a:r>
            <a:r>
              <a:rPr lang="en-US" sz="2000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(name), stdin);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("Hello! %s", name);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return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F38386-E157-0ECC-E874-DB02A68A33D5}"/>
              </a:ext>
            </a:extLst>
          </p:cNvPr>
          <p:cNvSpPr txBox="1"/>
          <p:nvPr/>
        </p:nvSpPr>
        <p:spPr>
          <a:xfrm>
            <a:off x="6096000" y="4853104"/>
            <a:ext cx="3086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Hello! Johny Blaze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AC3135-9C3F-2252-9C8F-AD445F8AAA5A}"/>
              </a:ext>
            </a:extLst>
          </p:cNvPr>
          <p:cNvSpPr txBox="1"/>
          <p:nvPr/>
        </p:nvSpPr>
        <p:spPr>
          <a:xfrm>
            <a:off x="3009900" y="4853104"/>
            <a:ext cx="3086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Input: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Johny Blaze</a:t>
            </a:r>
            <a:endParaRPr lang="en-US" sz="20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419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5F562-031B-8F16-C0D9-8453F1E33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EF30-DF09-4552-CF4F-48D15A17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14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94CFAA-29C4-E136-7731-1A84E511DC4D}"/>
              </a:ext>
            </a:extLst>
          </p:cNvPr>
          <p:cNvCxnSpPr>
            <a:cxnSpLocks/>
          </p:cNvCxnSpPr>
          <p:nvPr/>
        </p:nvCxnSpPr>
        <p:spPr>
          <a:xfrm>
            <a:off x="1485900" y="-405278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4895496-CE9B-A3D2-3D01-FF21FB100921}"/>
              </a:ext>
            </a:extLst>
          </p:cNvPr>
          <p:cNvSpPr txBox="1"/>
          <p:nvPr/>
        </p:nvSpPr>
        <p:spPr>
          <a:xfrm>
            <a:off x="2363055" y="1626846"/>
            <a:ext cx="74658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for you time and attention!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E1BDB2-8E29-1908-8946-D8ECBA907EBF}"/>
              </a:ext>
            </a:extLst>
          </p:cNvPr>
          <p:cNvSpPr txBox="1"/>
          <p:nvPr/>
        </p:nvSpPr>
        <p:spPr>
          <a:xfrm>
            <a:off x="4146042" y="4415546"/>
            <a:ext cx="389991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https://www.geeksforgeeks.org/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https://www.w3schools.com/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https://www.tutorialspoint.com/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https://gemini.google.com/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F56F52-BD99-3EA3-BD0B-748E523C4750}"/>
              </a:ext>
            </a:extLst>
          </p:cNvPr>
          <p:cNvSpPr txBox="1"/>
          <p:nvPr/>
        </p:nvSpPr>
        <p:spPr>
          <a:xfrm>
            <a:off x="4396784" y="2552700"/>
            <a:ext cx="339843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Contact: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cprogramming666@gmail.com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Subject: C programming</a:t>
            </a:r>
          </a:p>
        </p:txBody>
      </p:sp>
    </p:spTree>
    <p:extLst>
      <p:ext uri="{BB962C8B-B14F-4D97-AF65-F5344CB8AC3E}">
        <p14:creationId xmlns:p14="http://schemas.microsoft.com/office/powerpoint/2010/main" val="3063055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1257</Words>
  <Application>Microsoft Office PowerPoint</Application>
  <PresentationFormat>Widescreen</PresentationFormat>
  <Paragraphs>204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Fira Code</vt:lpstr>
      <vt:lpstr>Fira Code Retina</vt:lpstr>
      <vt:lpstr>Helvetica</vt:lpstr>
      <vt:lpstr>Verdana Pro</vt:lpstr>
      <vt:lpstr>Verdana Pro Black</vt:lpstr>
      <vt:lpstr>Office Theme</vt:lpstr>
      <vt:lpstr>Advanced  C Programming Lab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Montazeri Amirmohammad</dc:creator>
  <cp:lastModifiedBy>Montazeri Amirmohammad</cp:lastModifiedBy>
  <cp:revision>1</cp:revision>
  <dcterms:created xsi:type="dcterms:W3CDTF">2026-03-10T03:42:47Z</dcterms:created>
  <dcterms:modified xsi:type="dcterms:W3CDTF">2026-03-25T00:10:47Z</dcterms:modified>
</cp:coreProperties>
</file>
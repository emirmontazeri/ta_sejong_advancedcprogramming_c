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2" r:id="rId3"/>
    <p:sldId id="259" r:id="rId4"/>
    <p:sldId id="273" r:id="rId5"/>
    <p:sldId id="284" r:id="rId6"/>
    <p:sldId id="285" r:id="rId7"/>
    <p:sldId id="274" r:id="rId8"/>
    <p:sldId id="286" r:id="rId9"/>
    <p:sldId id="287" r:id="rId10"/>
    <p:sldId id="288" r:id="rId11"/>
    <p:sldId id="289" r:id="rId12"/>
    <p:sldId id="29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zeri Amirmohammad" userId="14ff55ea-1130-4eaf-8ccc-034b5b7c25f7" providerId="ADAL" clId="{350A065B-EB90-46D0-BEBC-19D9BCE43320}"/>
    <pc:docChg chg="undo redo custSel addSld delSld modSld sldOrd modMainMaster">
      <pc:chgData name="Montazeri Amirmohammad" userId="14ff55ea-1130-4eaf-8ccc-034b5b7c25f7" providerId="ADAL" clId="{350A065B-EB90-46D0-BEBC-19D9BCE43320}" dt="2026-03-27T01:36:19.521" v="6989" actId="20577"/>
      <pc:docMkLst>
        <pc:docMk/>
      </pc:docMkLst>
      <pc:sldChg chg="addSp modSp new mod modTransition setBg">
        <pc:chgData name="Montazeri Amirmohammad" userId="14ff55ea-1130-4eaf-8ccc-034b5b7c25f7" providerId="ADAL" clId="{350A065B-EB90-46D0-BEBC-19D9BCE43320}" dt="2026-03-24T00:30:07.579" v="3085" actId="2711"/>
        <pc:sldMkLst>
          <pc:docMk/>
          <pc:sldMk cId="2153268574" sldId="256"/>
        </pc:sldMkLst>
        <pc:spChg chg="mod">
          <ac:chgData name="Montazeri Amirmohammad" userId="14ff55ea-1130-4eaf-8ccc-034b5b7c25f7" providerId="ADAL" clId="{350A065B-EB90-46D0-BEBC-19D9BCE43320}" dt="2026-03-24T00:30:07.579" v="3085" actId="2711"/>
          <ac:spMkLst>
            <pc:docMk/>
            <pc:sldMk cId="2153268574" sldId="256"/>
            <ac:spMk id="2" creationId="{E96DB141-0470-96EA-DF32-17B31B653660}"/>
          </ac:spMkLst>
        </pc:spChg>
        <pc:spChg chg="mod">
          <ac:chgData name="Montazeri Amirmohammad" userId="14ff55ea-1130-4eaf-8ccc-034b5b7c25f7" providerId="ADAL" clId="{350A065B-EB90-46D0-BEBC-19D9BCE43320}" dt="2026-03-24T00:12:25.005" v="2914" actId="20577"/>
          <ac:spMkLst>
            <pc:docMk/>
            <pc:sldMk cId="2153268574" sldId="256"/>
            <ac:spMk id="3" creationId="{A8B21C20-BBB1-22DC-0A22-038CB58DF228}"/>
          </ac:spMkLst>
        </pc:spChg>
        <pc:picChg chg="add mod">
          <ac:chgData name="Montazeri Amirmohammad" userId="14ff55ea-1130-4eaf-8ccc-034b5b7c25f7" providerId="ADAL" clId="{350A065B-EB90-46D0-BEBC-19D9BCE43320}" dt="2026-03-24T00:12:21.352" v="2912" actId="1076"/>
          <ac:picMkLst>
            <pc:docMk/>
            <pc:sldMk cId="2153268574" sldId="256"/>
            <ac:picMk id="5" creationId="{EB421C8A-5A7E-A0E8-BCEC-2A37DEF58287}"/>
          </ac:picMkLst>
        </pc:picChg>
        <pc:cxnChg chg="add mod">
          <ac:chgData name="Montazeri Amirmohammad" userId="14ff55ea-1130-4eaf-8ccc-034b5b7c25f7" providerId="ADAL" clId="{350A065B-EB90-46D0-BEBC-19D9BCE43320}" dt="2026-03-11T00:53:49.262" v="290" actId="1035"/>
          <ac:cxnSpMkLst>
            <pc:docMk/>
            <pc:sldMk cId="2153268574" sldId="256"/>
            <ac:cxnSpMk id="7" creationId="{54690442-3261-1A1F-7B33-E54B0AAFE41B}"/>
          </ac:cxnSpMkLst>
        </pc:cxnChg>
      </pc:sldChg>
      <pc:sldChg chg="addSp delSp modSp add mod ord">
        <pc:chgData name="Montazeri Amirmohammad" userId="14ff55ea-1130-4eaf-8ccc-034b5b7c25f7" providerId="ADAL" clId="{350A065B-EB90-46D0-BEBC-19D9BCE43320}" dt="2026-03-24T01:08:16.044" v="3677" actId="20577"/>
        <pc:sldMkLst>
          <pc:docMk/>
          <pc:sldMk cId="2150158284" sldId="259"/>
        </pc:sldMkLst>
        <pc:spChg chg="mod">
          <ac:chgData name="Montazeri Amirmohammad" userId="14ff55ea-1130-4eaf-8ccc-034b5b7c25f7" providerId="ADAL" clId="{350A065B-EB90-46D0-BEBC-19D9BCE43320}" dt="2026-03-24T00:32:19.433" v="3120" actId="20577"/>
          <ac:spMkLst>
            <pc:docMk/>
            <pc:sldMk cId="2150158284" sldId="259"/>
            <ac:spMk id="5" creationId="{BA3F9E5A-C940-109C-4491-AD8C444E11CE}"/>
          </ac:spMkLst>
        </pc:spChg>
        <pc:spChg chg="add mod">
          <ac:chgData name="Montazeri Amirmohammad" userId="14ff55ea-1130-4eaf-8ccc-034b5b7c25f7" providerId="ADAL" clId="{350A065B-EB90-46D0-BEBC-19D9BCE43320}" dt="2026-03-24T01:08:16.044" v="3677" actId="20577"/>
          <ac:spMkLst>
            <pc:docMk/>
            <pc:sldMk cId="2150158284" sldId="259"/>
            <ac:spMk id="8" creationId="{2C3433FA-FF52-6BA9-1CEA-ED7D78F8DE0C}"/>
          </ac:spMkLst>
        </pc:spChg>
        <pc:graphicFrameChg chg="add mod modGraphic">
          <ac:chgData name="Montazeri Amirmohammad" userId="14ff55ea-1130-4eaf-8ccc-034b5b7c25f7" providerId="ADAL" clId="{350A065B-EB90-46D0-BEBC-19D9BCE43320}" dt="2026-03-24T01:04:00.489" v="3671" actId="403"/>
          <ac:graphicFrameMkLst>
            <pc:docMk/>
            <pc:sldMk cId="2150158284" sldId="259"/>
            <ac:graphicFrameMk id="9" creationId="{1EA650D1-C0BE-E4DA-6A30-F9DB719AE656}"/>
          </ac:graphicFrameMkLst>
        </pc:graphicFrameChg>
        <pc:cxnChg chg="mod">
          <ac:chgData name="Montazeri Amirmohammad" userId="14ff55ea-1130-4eaf-8ccc-034b5b7c25f7" providerId="ADAL" clId="{350A065B-EB90-46D0-BEBC-19D9BCE43320}" dt="2026-03-24T00:31:01.772" v="3090" actId="1076"/>
          <ac:cxnSpMkLst>
            <pc:docMk/>
            <pc:sldMk cId="2150158284" sldId="259"/>
            <ac:cxnSpMk id="14" creationId="{284313A4-35DF-EF5A-EED5-51781829009B}"/>
          </ac:cxnSpMkLst>
        </pc:cxnChg>
      </pc:sldChg>
      <pc:sldChg chg="addSp delSp modSp add mod delAnim">
        <pc:chgData name="Montazeri Amirmohammad" userId="14ff55ea-1130-4eaf-8ccc-034b5b7c25f7" providerId="ADAL" clId="{350A065B-EB90-46D0-BEBC-19D9BCE43320}" dt="2026-03-24T03:04:39.789" v="4254" actId="20577"/>
        <pc:sldMkLst>
          <pc:docMk/>
          <pc:sldMk cId="3063055429" sldId="271"/>
        </pc:sldMkLst>
        <pc:spChg chg="add mod">
          <ac:chgData name="Montazeri Amirmohammad" userId="14ff55ea-1130-4eaf-8ccc-034b5b7c25f7" providerId="ADAL" clId="{350A065B-EB90-46D0-BEBC-19D9BCE43320}" dt="2026-03-11T05:10:14.071" v="2836" actId="20577"/>
          <ac:spMkLst>
            <pc:docMk/>
            <pc:sldMk cId="3063055429" sldId="271"/>
            <ac:spMk id="2" creationId="{74895496-CE9B-A3D2-3D01-FF21FB100921}"/>
          </ac:spMkLst>
        </pc:spChg>
        <pc:spChg chg="add mod">
          <ac:chgData name="Montazeri Amirmohammad" userId="14ff55ea-1130-4eaf-8ccc-034b5b7c25f7" providerId="ADAL" clId="{350A065B-EB90-46D0-BEBC-19D9BCE43320}" dt="2026-03-24T03:04:39.789" v="4254" actId="20577"/>
          <ac:spMkLst>
            <pc:docMk/>
            <pc:sldMk cId="3063055429" sldId="271"/>
            <ac:spMk id="6" creationId="{A9E1BDB2-8E29-1908-8946-D8ECBA907EBF}"/>
          </ac:spMkLst>
        </pc:spChg>
        <pc:spChg chg="add mod">
          <ac:chgData name="Montazeri Amirmohammad" userId="14ff55ea-1130-4eaf-8ccc-034b5b7c25f7" providerId="ADAL" clId="{350A065B-EB90-46D0-BEBC-19D9BCE43320}" dt="2026-03-11T05:09:36.060" v="2831" actId="1076"/>
          <ac:spMkLst>
            <pc:docMk/>
            <pc:sldMk cId="3063055429" sldId="271"/>
            <ac:spMk id="9" creationId="{4CF56F52-BD99-3EA3-BD0B-748E523C4750}"/>
          </ac:spMkLst>
        </pc:spChg>
        <pc:cxnChg chg="mod">
          <ac:chgData name="Montazeri Amirmohammad" userId="14ff55ea-1130-4eaf-8ccc-034b5b7c25f7" providerId="ADAL" clId="{350A065B-EB90-46D0-BEBC-19D9BCE43320}" dt="2026-03-11T05:00:23.431" v="2577" actId="1036"/>
          <ac:cxnSpMkLst>
            <pc:docMk/>
            <pc:sldMk cId="3063055429" sldId="271"/>
            <ac:cxnSpMk id="14" creationId="{D094CFAA-29C4-E136-7731-1A84E511DC4D}"/>
          </ac:cxnSpMkLst>
        </pc:cxnChg>
      </pc:sldChg>
      <pc:sldChg chg="modSp add mod ord">
        <pc:chgData name="Montazeri Amirmohammad" userId="14ff55ea-1130-4eaf-8ccc-034b5b7c25f7" providerId="ADAL" clId="{350A065B-EB90-46D0-BEBC-19D9BCE43320}" dt="2026-03-24T00:31:48.567" v="3094"/>
        <pc:sldMkLst>
          <pc:docMk/>
          <pc:sldMk cId="2360886220" sldId="272"/>
        </pc:sldMkLst>
        <pc:spChg chg="mod">
          <ac:chgData name="Montazeri Amirmohammad" userId="14ff55ea-1130-4eaf-8ccc-034b5b7c25f7" providerId="ADAL" clId="{350A065B-EB90-46D0-BEBC-19D9BCE43320}" dt="2026-03-24T00:31:27" v="3092" actId="2711"/>
          <ac:spMkLst>
            <pc:docMk/>
            <pc:sldMk cId="2360886220" sldId="272"/>
            <ac:spMk id="2" creationId="{91BBE753-0289-EB2E-8BAD-69F4391665D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1:23:49.307" v="4208"/>
        <pc:sldMkLst>
          <pc:docMk/>
          <pc:sldMk cId="1494953676" sldId="273"/>
        </pc:sldMkLst>
        <pc:spChg chg="add mod">
          <ac:chgData name="Montazeri Amirmohammad" userId="14ff55ea-1130-4eaf-8ccc-034b5b7c25f7" providerId="ADAL" clId="{350A065B-EB90-46D0-BEBC-19D9BCE43320}" dt="2026-03-24T01:23:49.307" v="4208"/>
          <ac:spMkLst>
            <pc:docMk/>
            <pc:sldMk cId="1494953676" sldId="273"/>
            <ac:spMk id="2" creationId="{1B1E3F40-9FDA-1291-D474-1F16B0E7C2B4}"/>
          </ac:spMkLst>
        </pc:spChg>
        <pc:spChg chg="add mod">
          <ac:chgData name="Montazeri Amirmohammad" userId="14ff55ea-1130-4eaf-8ccc-034b5b7c25f7" providerId="ADAL" clId="{350A065B-EB90-46D0-BEBC-19D9BCE43320}" dt="2026-03-24T01:22:25.731" v="4172" actId="1076"/>
          <ac:spMkLst>
            <pc:docMk/>
            <pc:sldMk cId="1494953676" sldId="273"/>
            <ac:spMk id="3" creationId="{42AC579B-DE19-35B6-6719-978CC4A00B12}"/>
          </ac:spMkLst>
        </pc:spChg>
      </pc:sldChg>
      <pc:sldChg chg="addSp modSp add mod">
        <pc:chgData name="Montazeri Amirmohammad" userId="14ff55ea-1130-4eaf-8ccc-034b5b7c25f7" providerId="ADAL" clId="{350A065B-EB90-46D0-BEBC-19D9BCE43320}" dt="2026-03-24T01:25:32.308" v="4248" actId="20577"/>
        <pc:sldMkLst>
          <pc:docMk/>
          <pc:sldMk cId="3618377564" sldId="274"/>
        </pc:sldMkLst>
        <pc:spChg chg="mod">
          <ac:chgData name="Montazeri Amirmohammad" userId="14ff55ea-1130-4eaf-8ccc-034b5b7c25f7" providerId="ADAL" clId="{350A065B-EB90-46D0-BEBC-19D9BCE43320}" dt="2026-03-24T01:23:57.588" v="4210" actId="20577"/>
          <ac:spMkLst>
            <pc:docMk/>
            <pc:sldMk cId="3618377564" sldId="274"/>
            <ac:spMk id="2" creationId="{44F64978-9E76-90C8-46BA-BFA24E4DFF94}"/>
          </ac:spMkLst>
        </pc:spChg>
        <pc:spChg chg="add mod">
          <ac:chgData name="Montazeri Amirmohammad" userId="14ff55ea-1130-4eaf-8ccc-034b5b7c25f7" providerId="ADAL" clId="{350A065B-EB90-46D0-BEBC-19D9BCE43320}" dt="2026-03-24T01:15:55.133" v="3700" actId="1076"/>
          <ac:spMkLst>
            <pc:docMk/>
            <pc:sldMk cId="3618377564" sldId="274"/>
            <ac:spMk id="3" creationId="{57CBA244-3DBD-AE91-2F86-91FDFE7D4E17}"/>
          </ac:spMkLst>
        </pc:spChg>
        <pc:spChg chg="add mod">
          <ac:chgData name="Montazeri Amirmohammad" userId="14ff55ea-1130-4eaf-8ccc-034b5b7c25f7" providerId="ADAL" clId="{350A065B-EB90-46D0-BEBC-19D9BCE43320}" dt="2026-03-24T01:25:32.308" v="4248" actId="20577"/>
          <ac:spMkLst>
            <pc:docMk/>
            <pc:sldMk cId="3618377564" sldId="274"/>
            <ac:spMk id="6" creationId="{75748608-587E-DE2F-D771-0FA2E8E3E1D0}"/>
          </ac:spMkLst>
        </pc:spChg>
      </pc:sldChg>
      <pc:sldChg chg="addSp delSp modSp add mod ord modAnim">
        <pc:chgData name="Montazeri Amirmohammad" userId="14ff55ea-1130-4eaf-8ccc-034b5b7c25f7" providerId="ADAL" clId="{350A065B-EB90-46D0-BEBC-19D9BCE43320}" dt="2026-03-24T04:52:20.944" v="4839" actId="20577"/>
        <pc:sldMkLst>
          <pc:docMk/>
          <pc:sldMk cId="758935248" sldId="275"/>
        </pc:sldMkLst>
        <pc:spChg chg="mod">
          <ac:chgData name="Montazeri Amirmohammad" userId="14ff55ea-1130-4eaf-8ccc-034b5b7c25f7" providerId="ADAL" clId="{350A065B-EB90-46D0-BEBC-19D9BCE43320}" dt="2026-03-24T04:15:16.250" v="4263"/>
          <ac:spMkLst>
            <pc:docMk/>
            <pc:sldMk cId="758935248" sldId="275"/>
            <ac:spMk id="5" creationId="{7032759C-F78C-0272-C262-35ECD42A2D48}"/>
          </ac:spMkLst>
        </pc:spChg>
        <pc:spChg chg="add mod">
          <ac:chgData name="Montazeri Amirmohammad" userId="14ff55ea-1130-4eaf-8ccc-034b5b7c25f7" providerId="ADAL" clId="{350A065B-EB90-46D0-BEBC-19D9BCE43320}" dt="2026-03-24T04:52:20.944" v="4839" actId="20577"/>
          <ac:spMkLst>
            <pc:docMk/>
            <pc:sldMk cId="758935248" sldId="275"/>
            <ac:spMk id="8" creationId="{53E7EAC3-CA23-B425-F440-05FB04AB876D}"/>
          </ac:spMkLst>
        </pc:spChg>
        <pc:picChg chg="add mod">
          <ac:chgData name="Montazeri Amirmohammad" userId="14ff55ea-1130-4eaf-8ccc-034b5b7c25f7" providerId="ADAL" clId="{350A065B-EB90-46D0-BEBC-19D9BCE43320}" dt="2026-03-24T04:51:37.981" v="4756" actId="1076"/>
          <ac:picMkLst>
            <pc:docMk/>
            <pc:sldMk cId="758935248" sldId="275"/>
            <ac:picMk id="7" creationId="{9E5F627C-B812-9449-5342-529CC7E28F21}"/>
          </ac:picMkLst>
        </pc:picChg>
      </pc:sldChg>
      <pc:sldChg chg="addSp modSp add mod ord">
        <pc:chgData name="Montazeri Amirmohammad" userId="14ff55ea-1130-4eaf-8ccc-034b5b7c25f7" providerId="ADAL" clId="{350A065B-EB90-46D0-BEBC-19D9BCE43320}" dt="2026-03-24T05:48:41.473" v="6968" actId="20577"/>
        <pc:sldMkLst>
          <pc:docMk/>
          <pc:sldMk cId="1946640992" sldId="276"/>
        </pc:sldMkLst>
        <pc:spChg chg="mod">
          <ac:chgData name="Montazeri Amirmohammad" userId="14ff55ea-1130-4eaf-8ccc-034b5b7c25f7" providerId="ADAL" clId="{350A065B-EB90-46D0-BEBC-19D9BCE43320}" dt="2026-03-24T05:15:01.907" v="5567" actId="1038"/>
          <ac:spMkLst>
            <pc:docMk/>
            <pc:sldMk cId="1946640992" sldId="276"/>
            <ac:spMk id="2" creationId="{EA925482-9DC5-FB2B-1BDE-E7E5C61600EE}"/>
          </ac:spMkLst>
        </pc:spChg>
        <pc:spChg chg="mod">
          <ac:chgData name="Montazeri Amirmohammad" userId="14ff55ea-1130-4eaf-8ccc-034b5b7c25f7" providerId="ADAL" clId="{350A065B-EB90-46D0-BEBC-19D9BCE43320}" dt="2026-03-24T05:48:41.473" v="6968" actId="20577"/>
          <ac:spMkLst>
            <pc:docMk/>
            <pc:sldMk cId="1946640992" sldId="276"/>
            <ac:spMk id="3" creationId="{06BFE5BD-726E-5113-DB52-B9AEBDCB6A0A}"/>
          </ac:spMkLst>
        </pc:spChg>
        <pc:spChg chg="add mod">
          <ac:chgData name="Montazeri Amirmohammad" userId="14ff55ea-1130-4eaf-8ccc-034b5b7c25f7" providerId="ADAL" clId="{350A065B-EB90-46D0-BEBC-19D9BCE43320}" dt="2026-03-24T04:27:48.555" v="4291"/>
          <ac:spMkLst>
            <pc:docMk/>
            <pc:sldMk cId="1946640992" sldId="276"/>
            <ac:spMk id="6" creationId="{65963069-90CE-F247-BBCC-BF7B3A4954E6}"/>
          </ac:spMkLst>
        </pc:spChg>
        <pc:picChg chg="add mod">
          <ac:chgData name="Montazeri Amirmohammad" userId="14ff55ea-1130-4eaf-8ccc-034b5b7c25f7" providerId="ADAL" clId="{350A065B-EB90-46D0-BEBC-19D9BCE43320}" dt="2026-03-24T04:51:51.394" v="4830" actId="1036"/>
          <ac:picMkLst>
            <pc:docMk/>
            <pc:sldMk cId="1946640992" sldId="276"/>
            <ac:picMk id="7" creationId="{5A804199-669F-E7BB-FE15-132879DA1ADA}"/>
          </ac:picMkLst>
        </pc:picChg>
      </pc:sldChg>
      <pc:sldChg chg="addSp modSp add mod modAnim">
        <pc:chgData name="Montazeri Amirmohammad" userId="14ff55ea-1130-4eaf-8ccc-034b5b7c25f7" providerId="ADAL" clId="{350A065B-EB90-46D0-BEBC-19D9BCE43320}" dt="2026-03-24T05:15:40.806" v="5604" actId="20577"/>
        <pc:sldMkLst>
          <pc:docMk/>
          <pc:sldMk cId="3723877695" sldId="277"/>
        </pc:sldMkLst>
        <pc:spChg chg="mod">
          <ac:chgData name="Montazeri Amirmohammad" userId="14ff55ea-1130-4eaf-8ccc-034b5b7c25f7" providerId="ADAL" clId="{350A065B-EB90-46D0-BEBC-19D9BCE43320}" dt="2026-03-24T05:15:07.102" v="5586" actId="1038"/>
          <ac:spMkLst>
            <pc:docMk/>
            <pc:sldMk cId="3723877695" sldId="277"/>
            <ac:spMk id="2" creationId="{3E8EBFE5-DAA4-BD83-945D-6E070176CBC2}"/>
          </ac:spMkLst>
        </pc:spChg>
        <pc:spChg chg="mod">
          <ac:chgData name="Montazeri Amirmohammad" userId="14ff55ea-1130-4eaf-8ccc-034b5b7c25f7" providerId="ADAL" clId="{350A065B-EB90-46D0-BEBC-19D9BCE43320}" dt="2026-03-24T04:55:43.599" v="4867" actId="5793"/>
          <ac:spMkLst>
            <pc:docMk/>
            <pc:sldMk cId="3723877695" sldId="277"/>
            <ac:spMk id="3" creationId="{AE281E6A-1355-4E29-30BB-F4EB65F50A9B}"/>
          </ac:spMkLst>
        </pc:spChg>
        <pc:spChg chg="add mod">
          <ac:chgData name="Montazeri Amirmohammad" userId="14ff55ea-1130-4eaf-8ccc-034b5b7c25f7" providerId="ADAL" clId="{350A065B-EB90-46D0-BEBC-19D9BCE43320}" dt="2026-03-24T05:15:40.806" v="5604" actId="20577"/>
          <ac:spMkLst>
            <pc:docMk/>
            <pc:sldMk cId="3723877695" sldId="277"/>
            <ac:spMk id="6" creationId="{21F3F85B-2CB5-E9A7-6DF4-5E016875079A}"/>
          </ac:spMkLst>
        </pc:spChg>
      </pc:sldChg>
      <pc:sldChg chg="addSp modSp add mod modAnim">
        <pc:chgData name="Montazeri Amirmohammad" userId="14ff55ea-1130-4eaf-8ccc-034b5b7c25f7" providerId="ADAL" clId="{350A065B-EB90-46D0-BEBC-19D9BCE43320}" dt="2026-03-25T00:10:38.177" v="6985" actId="20577"/>
        <pc:sldMkLst>
          <pc:docMk/>
          <pc:sldMk cId="9486240" sldId="278"/>
        </pc:sldMkLst>
        <pc:spChg chg="mod">
          <ac:chgData name="Montazeri Amirmohammad" userId="14ff55ea-1130-4eaf-8ccc-034b5b7c25f7" providerId="ADAL" clId="{350A065B-EB90-46D0-BEBC-19D9BCE43320}" dt="2026-03-25T00:10:38.177" v="6985" actId="20577"/>
          <ac:spMkLst>
            <pc:docMk/>
            <pc:sldMk cId="9486240" sldId="278"/>
            <ac:spMk id="2" creationId="{F21A6E52-AF50-E47E-D536-92F971E865EF}"/>
          </ac:spMkLst>
        </pc:spChg>
        <pc:spChg chg="mod">
          <ac:chgData name="Montazeri Amirmohammad" userId="14ff55ea-1130-4eaf-8ccc-034b5b7c25f7" providerId="ADAL" clId="{350A065B-EB90-46D0-BEBC-19D9BCE43320}" dt="2026-03-24T05:01:33.968" v="4953" actId="1076"/>
          <ac:spMkLst>
            <pc:docMk/>
            <pc:sldMk cId="9486240" sldId="278"/>
            <ac:spMk id="3" creationId="{4E31EE78-338F-4C9A-B5EE-55ABB463FC3B}"/>
          </ac:spMkLst>
        </pc:spChg>
        <pc:spChg chg="add mod">
          <ac:chgData name="Montazeri Amirmohammad" userId="14ff55ea-1130-4eaf-8ccc-034b5b7c25f7" providerId="ADAL" clId="{350A065B-EB90-46D0-BEBC-19D9BCE43320}" dt="2026-03-24T05:15:36.518" v="5600" actId="20577"/>
          <ac:spMkLst>
            <pc:docMk/>
            <pc:sldMk cId="9486240" sldId="278"/>
            <ac:spMk id="6" creationId="{68BBE5C4-0F86-EC56-1F40-A2C4CACFF32F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9:42.918" v="6982" actId="1037"/>
        <pc:sldMkLst>
          <pc:docMk/>
          <pc:sldMk cId="4179115672" sldId="279"/>
        </pc:sldMkLst>
        <pc:spChg chg="mod">
          <ac:chgData name="Montazeri Amirmohammad" userId="14ff55ea-1130-4eaf-8ccc-034b5b7c25f7" providerId="ADAL" clId="{350A065B-EB90-46D0-BEBC-19D9BCE43320}" dt="2026-03-24T05:28:02.605" v="5763" actId="1076"/>
          <ac:spMkLst>
            <pc:docMk/>
            <pc:sldMk cId="4179115672" sldId="279"/>
            <ac:spMk id="2" creationId="{2931DC29-44B8-9E7F-A5A1-1BFCD0DD1815}"/>
          </ac:spMkLst>
        </pc:spChg>
        <pc:spChg chg="add mod">
          <ac:chgData name="Montazeri Amirmohammad" userId="14ff55ea-1130-4eaf-8ccc-034b5b7c25f7" providerId="ADAL" clId="{350A065B-EB90-46D0-BEBC-19D9BCE43320}" dt="2026-03-24T05:28:07.757" v="5765" actId="1076"/>
          <ac:spMkLst>
            <pc:docMk/>
            <pc:sldMk cId="4179115672" sldId="279"/>
            <ac:spMk id="6" creationId="{78B98C31-9E58-9D89-9F7D-1E6B3FBAA382}"/>
          </ac:spMkLst>
        </pc:spChg>
        <pc:spChg chg="add mod">
          <ac:chgData name="Montazeri Amirmohammad" userId="14ff55ea-1130-4eaf-8ccc-034b5b7c25f7" providerId="ADAL" clId="{350A065B-EB90-46D0-BEBC-19D9BCE43320}" dt="2026-03-24T05:28:05.123" v="5764" actId="1076"/>
          <ac:spMkLst>
            <pc:docMk/>
            <pc:sldMk cId="4179115672" sldId="279"/>
            <ac:spMk id="7" creationId="{65202152-DFF6-6339-8336-2E93509C9562}"/>
          </ac:spMkLst>
        </pc:spChg>
        <pc:spChg chg="add mod">
          <ac:chgData name="Montazeri Amirmohammad" userId="14ff55ea-1130-4eaf-8ccc-034b5b7c25f7" providerId="ADAL" clId="{350A065B-EB90-46D0-BEBC-19D9BCE43320}" dt="2026-03-24T05:10:21.319" v="5558" actId="20577"/>
          <ac:spMkLst>
            <pc:docMk/>
            <pc:sldMk cId="4179115672" sldId="279"/>
            <ac:spMk id="8" creationId="{F7CDC448-D0EE-CA31-CFB5-4AED1CA24548}"/>
          </ac:spMkLst>
        </pc:spChg>
        <pc:picChg chg="add mod">
          <ac:chgData name="Montazeri Amirmohammad" userId="14ff55ea-1130-4eaf-8ccc-034b5b7c25f7" providerId="ADAL" clId="{350A065B-EB90-46D0-BEBC-19D9BCE43320}" dt="2026-03-24T05:49:42.918" v="6982" actId="1037"/>
          <ac:picMkLst>
            <pc:docMk/>
            <pc:sldMk cId="4179115672" sldId="279"/>
            <ac:picMk id="1026" creationId="{5687CC28-9F45-8D79-3C8C-3504860BD9FF}"/>
          </ac:picMkLst>
        </pc:picChg>
      </pc:sldChg>
      <pc:sldChg chg="addSp delSp modSp add mod modAnim">
        <pc:chgData name="Montazeri Amirmohammad" userId="14ff55ea-1130-4eaf-8ccc-034b5b7c25f7" providerId="ADAL" clId="{350A065B-EB90-46D0-BEBC-19D9BCE43320}" dt="2026-03-24T05:32:20.225" v="6048"/>
        <pc:sldMkLst>
          <pc:docMk/>
          <pc:sldMk cId="2930553680" sldId="281"/>
        </pc:sldMkLst>
        <pc:spChg chg="mod">
          <ac:chgData name="Montazeri Amirmohammad" userId="14ff55ea-1130-4eaf-8ccc-034b5b7c25f7" providerId="ADAL" clId="{350A065B-EB90-46D0-BEBC-19D9BCE43320}" dt="2026-03-24T05:27:55.438" v="5761" actId="207"/>
          <ac:spMkLst>
            <pc:docMk/>
            <pc:sldMk cId="2930553680" sldId="281"/>
            <ac:spMk id="2" creationId="{DF3757FF-E110-8ED2-BA7A-D3A6B5070F50}"/>
          </ac:spMkLst>
        </pc:spChg>
        <pc:spChg chg="add mod">
          <ac:chgData name="Montazeri Amirmohammad" userId="14ff55ea-1130-4eaf-8ccc-034b5b7c25f7" providerId="ADAL" clId="{350A065B-EB90-46D0-BEBC-19D9BCE43320}" dt="2026-03-24T05:24:11.800" v="5704" actId="20577"/>
          <ac:spMkLst>
            <pc:docMk/>
            <pc:sldMk cId="2930553680" sldId="281"/>
            <ac:spMk id="6" creationId="{A1942A39-0328-6A06-DEB5-303EEFF96DB7}"/>
          </ac:spMkLst>
        </pc:spChg>
        <pc:spChg chg="add mod">
          <ac:chgData name="Montazeri Amirmohammad" userId="14ff55ea-1130-4eaf-8ccc-034b5b7c25f7" providerId="ADAL" clId="{350A065B-EB90-46D0-BEBC-19D9BCE43320}" dt="2026-03-24T05:28:58.328" v="5802" actId="20577"/>
          <ac:spMkLst>
            <pc:docMk/>
            <pc:sldMk cId="2930553680" sldId="281"/>
            <ac:spMk id="7" creationId="{77A44895-A7BA-EE7D-15A0-830BC0AD78E2}"/>
          </ac:spMkLst>
        </pc:spChg>
        <pc:spChg chg="add mod">
          <ac:chgData name="Montazeri Amirmohammad" userId="14ff55ea-1130-4eaf-8ccc-034b5b7c25f7" providerId="ADAL" clId="{350A065B-EB90-46D0-BEBC-19D9BCE43320}" dt="2026-03-24T05:28:50.565" v="5788" actId="20577"/>
          <ac:spMkLst>
            <pc:docMk/>
            <pc:sldMk cId="2930553680" sldId="281"/>
            <ac:spMk id="8" creationId="{C33EFDE2-8DD4-8072-7FC4-84B50D2A525C}"/>
          </ac:spMkLst>
        </pc:spChg>
        <pc:spChg chg="add mod">
          <ac:chgData name="Montazeri Amirmohammad" userId="14ff55ea-1130-4eaf-8ccc-034b5b7c25f7" providerId="ADAL" clId="{350A065B-EB90-46D0-BEBC-19D9BCE43320}" dt="2026-03-24T05:31:48.671" v="6045" actId="1076"/>
          <ac:spMkLst>
            <pc:docMk/>
            <pc:sldMk cId="2930553680" sldId="281"/>
            <ac:spMk id="9" creationId="{E80BD283-71DA-D0C6-589A-11105E8DAF2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1:33.860" v="6436" actId="1035"/>
        <pc:sldMkLst>
          <pc:docMk/>
          <pc:sldMk cId="688419830" sldId="282"/>
        </pc:sldMkLst>
        <pc:spChg chg="mod">
          <ac:chgData name="Montazeri Amirmohammad" userId="14ff55ea-1130-4eaf-8ccc-034b5b7c25f7" providerId="ADAL" clId="{350A065B-EB90-46D0-BEBC-19D9BCE43320}" dt="2026-03-24T05:24:33.936" v="5737" actId="20577"/>
          <ac:spMkLst>
            <pc:docMk/>
            <pc:sldMk cId="688419830" sldId="282"/>
            <ac:spMk id="6" creationId="{18D0DED7-5E84-D1C2-6E11-82CDDCF1BD8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7" creationId="{17B20A45-1475-DCA7-E092-9825366A3C3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8" creationId="{FA37B717-F83E-7D60-9172-A15FFE8D714E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9" creationId="{EDF38386-E157-0ECC-E874-DB02A68A33D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10" creationId="{53AC3135-9C3F-2252-9C8F-AD445F8AAA5A}"/>
          </ac:spMkLst>
        </pc:spChg>
      </pc:sldChg>
      <pc:sldChg chg="delSp modSp add mod ord delAnim">
        <pc:chgData name="Montazeri Amirmohammad" userId="14ff55ea-1130-4eaf-8ccc-034b5b7c25f7" providerId="ADAL" clId="{350A065B-EB90-46D0-BEBC-19D9BCE43320}" dt="2026-03-27T01:36:19.521" v="6989" actId="20577"/>
        <pc:sldMkLst>
          <pc:docMk/>
          <pc:sldMk cId="1117517257" sldId="283"/>
        </pc:sldMkLst>
        <pc:spChg chg="mod">
          <ac:chgData name="Montazeri Amirmohammad" userId="14ff55ea-1130-4eaf-8ccc-034b5b7c25f7" providerId="ADAL" clId="{350A065B-EB90-46D0-BEBC-19D9BCE43320}" dt="2026-03-27T01:36:19.521" v="6989" actId="20577"/>
          <ac:spMkLst>
            <pc:docMk/>
            <pc:sldMk cId="1117517257" sldId="283"/>
            <ac:spMk id="11" creationId="{AD7E1279-4A48-4792-11DF-DFE1425E83AD}"/>
          </ac:spMkLst>
        </pc:spChg>
      </pc:sldChg>
      <pc:sldMasterChg chg="setBg modSldLayout">
        <pc:chgData name="Montazeri Amirmohammad" userId="14ff55ea-1130-4eaf-8ccc-034b5b7c25f7" providerId="ADAL" clId="{350A065B-EB90-46D0-BEBC-19D9BCE43320}" dt="2026-03-10T08:53:23.058" v="145"/>
        <pc:sldMasterMkLst>
          <pc:docMk/>
          <pc:sldMasterMk cId="398757171" sldId="2147483648"/>
        </pc:sldMasterMkLst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773183305" sldId="2147483649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8162077" sldId="2147483650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017152360" sldId="2147483651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38721280" sldId="2147483652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255713256" sldId="2147483653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538824386" sldId="2147483654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351934881" sldId="2147483655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335504349" sldId="2147483656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4513173" sldId="2147483657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532873637" sldId="2147483658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295844635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14370-FE23-6AAA-F12C-53C239EB0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D0E05-18EC-BAD5-AC73-115AD578A4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3D688-CDCD-40D6-8D99-17C7F9C82E44}" type="datetimeFigureOut">
              <a:rPr lang="en-US" smtClean="0"/>
              <a:t>04/08/2026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66B6-B43B-4605-889E-21DF726CA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8DFEA-EDD2-DF39-6451-02888723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D42E-86FA-4BE6-A1E5-231700EA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0476-D9A3-4351-BE9E-633314562564}" type="datetimeFigureOut">
              <a:rPr lang="en-US" smtClean="0"/>
              <a:t>04/08/2026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215F-F957-4717-86A2-D610F1C4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33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EDEF-9F97-C45E-2FD2-5DE332D7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A9C1-4BB0-AAEA-332D-59780D449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4AB24-D3E6-9E8F-9DF5-20217947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4A57-1BF4-D5FA-286C-391162417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215F-F957-4717-86A2-D610F1C493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FA2F-D2CF-4BB9-2DA2-E136981A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EBBB-2C00-DCB0-5348-C55BD0127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EB7-C62F-7829-DFE5-99A5BE1E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A25F-4DC2-48EB-82DE-0FBE2AB3653A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01BD-CCEC-049C-E7B8-BAE65F2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D1A2-8628-A003-E1D1-7580635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8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716-26CD-9773-616F-F110B69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293F-17B0-3DE3-0900-C263C8A44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D940-2D70-7991-1527-15126FAA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B91E-718A-4F53-B81B-F9CD24557603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0F9D-EC24-6B75-D8F8-56478F9C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F20F-230B-0F69-BFDB-AA5AE3D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38F-4126-33E3-6988-6802FD74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7BD8-2DE4-DDFF-8EB6-ED8B217E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059D-13D0-8A8A-1D73-A484AD20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E11C-E838-44BB-ADC4-499736FB2695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83ED-809D-AFE7-E8D7-FF5037F8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DBC9-9611-97D2-3E5F-B6582D62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36E-5F5A-B572-BF9C-9EC3A00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1918-2F18-701A-4C07-1EA5F1C8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767B-1DC3-10F5-C743-8A8B8C26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C9EA-E180-D8B2-B0C2-49B94B6D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1FAA-0B0F-4B4E-89F4-3728EC90C4CD}" type="datetime1">
              <a:rPr lang="en-US" smtClean="0"/>
              <a:t>04/08/2026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7B83-6709-033B-6A07-77110A7B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D1F3-2581-73B4-9EF1-C64C804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9007-C5C8-86B4-027A-FAA48AD6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F610-76E7-C34C-6223-DC7A3A18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3D14-C058-F41F-B797-488342D5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0312F-3365-38C0-57E3-2865CF224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4681E-0CA1-B3B6-D58C-6C602334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3B5A3-0743-03F6-8DF7-BB6AB934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4CD6-C7A3-4C1B-846B-6E5EE448C234}" type="datetime1">
              <a:rPr lang="en-US" smtClean="0"/>
              <a:t>04/08/2026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E81B-BF0A-B9A4-425E-D36CD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D55DF-8867-ACA8-7A1B-08196BF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F58-DED1-6647-1CDA-EB885A41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604C-F114-5D56-A1A9-25E07AD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E4F83-737B-4E80-B64E-63FD7F6A586D}" type="datetime1">
              <a:rPr lang="en-US" smtClean="0"/>
              <a:t>04/08/2026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4468-CC8D-2C3E-42C1-255F87CB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7A943-86CE-554F-3E41-7898271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9D68-0DCD-6660-B024-592B90AB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FF1-2C3C-4660-8756-7903723A2E99}" type="datetime1">
              <a:rPr lang="en-US" smtClean="0"/>
              <a:t>04/08/2026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4EB17-7591-72C7-29FF-C747C011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4D72-80D2-8034-E542-2BC643BD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03FD-85BD-E9A7-CFC3-B33885BE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40E-D1E6-C97D-CF69-9220219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2218-B6CB-1D2F-92C5-A157FD33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0CEF-8935-ADD7-B82D-325A9B89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55E2-DF5C-4DE8-BAC2-83ED0F396B1E}" type="datetime1">
              <a:rPr lang="en-US" smtClean="0"/>
              <a:t>04/08/2026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64E7-C40E-B802-4173-0A0FCA3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C64F-BE04-16BF-BA64-B7816BA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812E-94DB-D195-A675-E7C5392D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C6254-267D-361D-2A58-DBA9F497C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5535-1603-AFF7-68A7-B74A3CA6C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FF21-86D8-1823-45A6-76046A7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6505-4A08-4EFB-907F-79A3F3BF9362}" type="datetime1">
              <a:rPr lang="en-US" smtClean="0"/>
              <a:t>04/08/2026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DDAC-374E-B18D-3A51-CAF6A16D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3912D-5B74-B297-D35F-BC3BC57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DB8-A463-C78D-BFF3-4E94F3B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8E275-5E2C-21EA-D6FF-D87CC419D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4053-7240-C364-F278-1A2C72A6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662E-0996-4F59-8042-5BFA47CDD579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0CBA-538A-329A-1165-F4C690E2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7197-6C2A-1FB7-C549-B767586B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5A084-03CE-D556-3471-58A9B2F8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78A-FBCA-2DBD-0C07-08FB0D5B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4A49-F368-933F-2E0F-FABD2AC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9D92-80B7-4444-AB62-E6AB746E2766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7B8-5AC2-C1D5-1986-CA0FD19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D0-DDD2-3983-65B8-61B82A6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88D84-8D03-F415-3049-ACFA843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BF9C-F525-8FFB-C15A-D1983DDF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7A10-92BF-0848-BE73-5441B664E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9AF7-E675-443A-94D6-8B496A197A41}" type="datetime1">
              <a:rPr lang="en-US" smtClean="0"/>
              <a:t>04/08/2026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38F-6EEB-21B5-421E-4F6EACD8F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5D7E-5B89-37D3-5268-53D337D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programming666@gmail.com" TargetMode="External"/><Relationship Id="rId4" Type="http://schemas.openxmlformats.org/officeDocument/2006/relationships/hyperlink" Target="https://www.tutorialspoin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141-0470-96EA-DF32-17B31B6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1473200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Verdana Pro Black" panose="020F0502020204030204" pitchFamily="34" charset="0"/>
              </a:rPr>
              <a:t>Advanced</a:t>
            </a:r>
            <a:br>
              <a:rPr lang="en-US" sz="4800" dirty="0">
                <a:latin typeface="Verdana Pro Black" panose="020F0502020204030204" pitchFamily="34" charset="0"/>
              </a:rPr>
            </a:br>
            <a:r>
              <a:rPr lang="en-US" sz="4800" dirty="0">
                <a:latin typeface="Verdana Pro Black" panose="020F0502020204030204" pitchFamily="34" charset="0"/>
              </a:rPr>
              <a:t> C Programming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21C20-BBB1-22DC-0A22-038CB58D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Verdana Pro" panose="020B0604030504040204" pitchFamily="34" charset="0"/>
              </a:rPr>
              <a:t>Session V – Apr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1C8A-5A7E-A0E8-BCEC-2A37DEF5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" y="238125"/>
            <a:ext cx="903288" cy="9032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90442-3261-1A1F-7B33-E54B0AAFE41B}"/>
              </a:ext>
            </a:extLst>
          </p:cNvPr>
          <p:cNvCxnSpPr>
            <a:cxnSpLocks/>
          </p:cNvCxnSpPr>
          <p:nvPr/>
        </p:nvCxnSpPr>
        <p:spPr>
          <a:xfrm>
            <a:off x="1485900" y="-243353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FC38-B0C7-0757-1ECB-3DFE83D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F63E-E236-23D1-489B-5BF203B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5771C-D586-5080-1F1B-04DE4A30EB0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0DA163-1B47-096E-3B9F-795E73EB6868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BBE753-0289-EB2E-8BAD-69F4391665D6}"/>
              </a:ext>
            </a:extLst>
          </p:cNvPr>
          <p:cNvSpPr txBox="1"/>
          <p:nvPr/>
        </p:nvSpPr>
        <p:spPr>
          <a:xfrm>
            <a:off x="972670" y="1759312"/>
            <a:ext cx="10246659" cy="33393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will be talking about;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and Global variables (AKA Scope Rules)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variables are only accessible inside the region they are created. This is called scope. A scope in any programming is a region of the program where a defined variable can have its existence and beyond that variable it cannot be accessed</a:t>
            </a:r>
          </a:p>
        </p:txBody>
      </p:sp>
    </p:spTree>
    <p:extLst>
      <p:ext uri="{BB962C8B-B14F-4D97-AF65-F5344CB8AC3E}">
        <p14:creationId xmlns:p14="http://schemas.microsoft.com/office/powerpoint/2010/main" val="236088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47AA-E49D-FFF5-FD5D-8D79ECCE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6AFF-71A0-0546-A7B0-FFD97EB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9E5A-C940-109C-4491-AD8C444E11C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4313A4-35DF-EF5A-EED5-51781829009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433FA-FF52-6BA9-1CEA-ED7D78F8DE0C}"/>
              </a:ext>
            </a:extLst>
          </p:cNvPr>
          <p:cNvSpPr txBox="1"/>
          <p:nvPr/>
        </p:nvSpPr>
        <p:spPr>
          <a:xfrm>
            <a:off x="972670" y="646331"/>
            <a:ext cx="10246659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variable created inside a function belongs to the </a:t>
            </a:r>
            <a:r>
              <a:rPr lang="en-US" sz="2800" u="sng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 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of that function and can only be used inside that function or the block of code. Local variables are not known to functions outside their own.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F9B5F-D188-A32D-88BD-9C526D44D70E}"/>
              </a:ext>
            </a:extLst>
          </p:cNvPr>
          <p:cNvSpPr txBox="1"/>
          <p:nvPr/>
        </p:nvSpPr>
        <p:spPr>
          <a:xfrm>
            <a:off x="972670" y="3100150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Also remember that functions are defined globally. Whether they have global or local variable, they can be used as a function without any issues.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15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7A66-2B2F-568F-C6B8-12DEC08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1CC1-3C92-EC7D-6F0B-D31ED88A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4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18C44C-694E-24CE-5E0E-2DAF0370E88D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1E3F40-9FDA-1291-D474-1F16B0E7C2B4}"/>
              </a:ext>
            </a:extLst>
          </p:cNvPr>
          <p:cNvSpPr txBox="1"/>
          <p:nvPr/>
        </p:nvSpPr>
        <p:spPr>
          <a:xfrm>
            <a:off x="361950" y="1305341"/>
            <a:ext cx="7366000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Local variable that belongs to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Function();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C579B-DE19-35B6-6719-978CC4A00B12}"/>
              </a:ext>
            </a:extLst>
          </p:cNvPr>
          <p:cNvSpPr txBox="1"/>
          <p:nvPr/>
        </p:nvSpPr>
        <p:spPr>
          <a:xfrm>
            <a:off x="7797800" y="2613392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12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B3A1C-C714-0123-F991-A700A774AF74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</p:spTree>
    <p:extLst>
      <p:ext uri="{BB962C8B-B14F-4D97-AF65-F5344CB8AC3E}">
        <p14:creationId xmlns:p14="http://schemas.microsoft.com/office/powerpoint/2010/main" val="149495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A57-273A-60EC-87E5-FEADD1D8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63CB9-39F5-DD73-0A12-F4CB85C7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5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3FE813-A09B-7F83-0A1C-B3E5469AC5DF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318089-BF70-4423-817E-CE7E5AFDF3BE}"/>
              </a:ext>
            </a:extLst>
          </p:cNvPr>
          <p:cNvSpPr txBox="1"/>
          <p:nvPr/>
        </p:nvSpPr>
        <p:spPr>
          <a:xfrm>
            <a:off x="361950" y="1305341"/>
            <a:ext cx="7366000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Local variable that belongs to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Function();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variable x in the main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17CDA-7935-3EE1-7C30-0A6862A68913}"/>
              </a:ext>
            </a:extLst>
          </p:cNvPr>
          <p:cNvSpPr txBox="1"/>
          <p:nvPr/>
        </p:nvSpPr>
        <p:spPr>
          <a:xfrm>
            <a:off x="8108950" y="2689592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[ERROR]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3AF33-7199-A1E2-6D40-64B99D5CBA1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</p:spTree>
    <p:extLst>
      <p:ext uri="{BB962C8B-B14F-4D97-AF65-F5344CB8AC3E}">
        <p14:creationId xmlns:p14="http://schemas.microsoft.com/office/powerpoint/2010/main" val="651136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BCD5-067E-29C6-AB06-86685AA1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D0337-1988-1E8C-3CEC-E3FFC3D3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6069F-3AF2-6706-111C-FE6FDA0777A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A81DC4-4B8A-187D-F296-15EDE4E639E0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2D40EB-8D44-04BB-01BD-302AB7DE6FC0}"/>
              </a:ext>
            </a:extLst>
          </p:cNvPr>
          <p:cNvSpPr txBox="1"/>
          <p:nvPr/>
        </p:nvSpPr>
        <p:spPr>
          <a:xfrm>
            <a:off x="972670" y="646331"/>
            <a:ext cx="10246659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 fix this issue, we can use global variables. A variable created outside of a function, is called a global variable and belongs to the </a:t>
            </a:r>
            <a:r>
              <a:rPr lang="en-US" sz="2800" u="sng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scope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 are available from within any scope, global and local.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0951B-30B5-FF6A-3625-90F88637F4B0}"/>
              </a:ext>
            </a:extLst>
          </p:cNvPr>
          <p:cNvSpPr txBox="1"/>
          <p:nvPr/>
        </p:nvSpPr>
        <p:spPr>
          <a:xfrm>
            <a:off x="972670" y="3100150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And, global variables are defined outside a function, usually on top of the program and hold their values throughout the lifetime of your program.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4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413B-EF82-F944-11AF-1176DFE6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C582E5-56A8-E034-CC84-AFD5D3564280}"/>
              </a:ext>
            </a:extLst>
          </p:cNvPr>
          <p:cNvSpPr txBox="1"/>
          <p:nvPr/>
        </p:nvSpPr>
        <p:spPr>
          <a:xfrm>
            <a:off x="361950" y="920621"/>
            <a:ext cx="573405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//Global Variable 'x'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7;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//We can use 'x' here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 + 1);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//We can also use 'x' here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D49D-1D6A-9026-367A-3084AA4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7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7E4C1B-325C-0586-BD34-71711D4968F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77BB36-2DDD-457D-05FE-F5DB06CF15F2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0A4CE-F899-C03E-925D-292D2F015158}"/>
              </a:ext>
            </a:extLst>
          </p:cNvPr>
          <p:cNvSpPr txBox="1"/>
          <p:nvPr/>
        </p:nvSpPr>
        <p:spPr>
          <a:xfrm>
            <a:off x="7632700" y="276728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8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7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7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B9BE-C890-37DF-0108-85EE80DD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A85E-5449-D56D-1FAD-20960B11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DD08D-5208-4342-6B00-9EE466AC0694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8AFD04-F23F-6AD8-DFE1-0EA226438AAE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8B43E2-32AA-D2B8-0BBE-D34EE13F2BA6}"/>
              </a:ext>
            </a:extLst>
          </p:cNvPr>
          <p:cNvSpPr txBox="1"/>
          <p:nvPr/>
        </p:nvSpPr>
        <p:spPr>
          <a:xfrm>
            <a:off x="972670" y="646331"/>
            <a:ext cx="10246659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When naming variables, If you operate with the same variable name inside and outside of a function, C will treat them as two separate variables; One available in the global scope (outside the function) and one available in the local scope (inside the function).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9B6C3D-8B71-3874-8558-96ECDA1C13D2}"/>
              </a:ext>
            </a:extLst>
          </p:cNvPr>
          <p:cNvSpPr txBox="1"/>
          <p:nvPr/>
        </p:nvSpPr>
        <p:spPr>
          <a:xfrm>
            <a:off x="972670" y="3147015"/>
            <a:ext cx="10246659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However, you should avoid using the same variable name for both globally and locally variables as it can lead to errors and confusion.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general, you should be careful with global variables, since they can be accessed and modified from any function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04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16E9-29EF-C907-475C-7AC1D71E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AA4D7D-C389-BD22-A66B-7EA638BA9388}"/>
              </a:ext>
            </a:extLst>
          </p:cNvPr>
          <p:cNvSpPr txBox="1"/>
          <p:nvPr/>
        </p:nvSpPr>
        <p:spPr>
          <a:xfrm>
            <a:off x="361948" y="1243052"/>
            <a:ext cx="9906001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Local variable with the same name as the global variable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x = 25;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Refers to the local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Refers to the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 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DC94-144B-6CC9-A352-EB739E48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9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EB1FFE-9984-267C-5FE5-B70BADEF8175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5D7A23-48A5-9872-C1D8-0375DFA29B8B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19DF3-BBEC-F42A-024B-4CE411E30941}"/>
              </a:ext>
            </a:extLst>
          </p:cNvPr>
          <p:cNvSpPr txBox="1"/>
          <p:nvPr/>
        </p:nvSpPr>
        <p:spPr>
          <a:xfrm>
            <a:off x="10175875" y="3824555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25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832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8469-3024-6C09-7F23-A6F9E331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DB7A95D-F55C-32C6-CC32-B18440615107}"/>
              </a:ext>
            </a:extLst>
          </p:cNvPr>
          <p:cNvSpPr txBox="1"/>
          <p:nvPr/>
        </p:nvSpPr>
        <p:spPr>
          <a:xfrm>
            <a:off x="361948" y="1627772"/>
            <a:ext cx="9906001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x = ++x;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Increment the GLOBAL value of x by 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8019F-AA6E-2BE0-74D1-DDDE0C4B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10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239773-F857-EBA4-E4D4-2590F97A5625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FD02D2-A05C-D317-F539-5D6121F3F869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0C434-28D7-D27F-B05E-3251CBAB0DA0}"/>
              </a:ext>
            </a:extLst>
          </p:cNvPr>
          <p:cNvSpPr txBox="1"/>
          <p:nvPr/>
        </p:nvSpPr>
        <p:spPr>
          <a:xfrm>
            <a:off x="10175875" y="3824555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8282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AE50-A68D-A82E-C69D-B5039F29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72D09-699C-046B-45DE-648A80F2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1F207-7443-30DF-A735-60117E60AB51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6FD4AF-7D5C-5523-F87E-E249DF564844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8F8481-81C0-915A-B203-31052B798E10}"/>
              </a:ext>
            </a:extLst>
          </p:cNvPr>
          <p:cNvSpPr txBox="1"/>
          <p:nvPr/>
        </p:nvSpPr>
        <p:spPr>
          <a:xfrm>
            <a:off x="972669" y="1591568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If you want to access a global variable when a local variable with same name is also there in the program, then you should use the </a:t>
            </a:r>
            <a:r>
              <a:rPr lang="en-US" sz="28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extern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keyword.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D25B2-92E6-4B7E-6B84-2C93E8259A2F}"/>
              </a:ext>
            </a:extLst>
          </p:cNvPr>
          <p:cNvSpPr txBox="1"/>
          <p:nvPr/>
        </p:nvSpPr>
        <p:spPr>
          <a:xfrm>
            <a:off x="972668" y="3629025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However, it is not wise or efficient to have too many global variables in a C program, as the memory occupied by these variables is not released till the end of the program.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42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8F-E1BF-A52C-0107-3F8FBC42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8A74732-2B98-FBB1-3778-B43EA91BA4C3}"/>
              </a:ext>
            </a:extLst>
          </p:cNvPr>
          <p:cNvSpPr txBox="1"/>
          <p:nvPr/>
        </p:nvSpPr>
        <p:spPr>
          <a:xfrm>
            <a:off x="361948" y="1435412"/>
            <a:ext cx="9906001" cy="46320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14;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// Local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48;{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extern int x;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("Value of global x is 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("Value of local x is 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4DFCA-215E-9F23-68E8-9D35E68A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12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3B151-B1CC-1ED8-3E8B-08AADB394CE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97F517-E901-299B-9C68-6456D104B0E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4C0C2-E4DA-03DA-727D-0427D4064DEE}"/>
              </a:ext>
            </a:extLst>
          </p:cNvPr>
          <p:cNvSpPr txBox="1"/>
          <p:nvPr/>
        </p:nvSpPr>
        <p:spPr>
          <a:xfrm>
            <a:off x="8108952" y="276728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 of global x is 14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 of local x is 48</a:t>
            </a:r>
          </a:p>
        </p:txBody>
      </p:sp>
    </p:spTree>
    <p:extLst>
      <p:ext uri="{BB962C8B-B14F-4D97-AF65-F5344CB8AC3E}">
        <p14:creationId xmlns:p14="http://schemas.microsoft.com/office/powerpoint/2010/main" val="173200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562-031B-8F16-C0D9-8453F1E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F30-DF09-4552-CF4F-48D15A17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13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4CFAA-29C4-E136-7731-1A84E511DC4D}"/>
              </a:ext>
            </a:extLst>
          </p:cNvPr>
          <p:cNvCxnSpPr>
            <a:cxnSpLocks/>
          </p:cNvCxnSpPr>
          <p:nvPr/>
        </p:nvCxnSpPr>
        <p:spPr>
          <a:xfrm>
            <a:off x="1485900" y="-405278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95496-CE9B-A3D2-3D01-FF21FB100921}"/>
              </a:ext>
            </a:extLst>
          </p:cNvPr>
          <p:cNvSpPr txBox="1"/>
          <p:nvPr/>
        </p:nvSpPr>
        <p:spPr>
          <a:xfrm>
            <a:off x="2363055" y="1626846"/>
            <a:ext cx="7465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 time and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1BDB2-8E29-1908-8946-D8ECBA907EBF}"/>
              </a:ext>
            </a:extLst>
          </p:cNvPr>
          <p:cNvSpPr txBox="1"/>
          <p:nvPr/>
        </p:nvSpPr>
        <p:spPr>
          <a:xfrm>
            <a:off x="4146042" y="4415546"/>
            <a:ext cx="38582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https://www.w3schools.com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https://www.tutorialspoint.com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56F52-BD99-3EA3-BD0B-748E523C4750}"/>
              </a:ext>
            </a:extLst>
          </p:cNvPr>
          <p:cNvSpPr txBox="1"/>
          <p:nvPr/>
        </p:nvSpPr>
        <p:spPr>
          <a:xfrm>
            <a:off x="4396784" y="2552700"/>
            <a:ext cx="33984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cprogramming666@gmail.com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30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868</Words>
  <Application>Microsoft Office PowerPoint</Application>
  <PresentationFormat>Widescreen</PresentationFormat>
  <Paragraphs>140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Fira Code</vt:lpstr>
      <vt:lpstr>Fira Code Retina</vt:lpstr>
      <vt:lpstr>Helvetica</vt:lpstr>
      <vt:lpstr>Verdana Pro</vt:lpstr>
      <vt:lpstr>Verdana Pro Black</vt:lpstr>
      <vt:lpstr>Office Theme</vt:lpstr>
      <vt:lpstr>Advanced  C Programming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Montazeri Amirmohammad</dc:creator>
  <cp:lastModifiedBy>Montazeri Amirmohammad</cp:lastModifiedBy>
  <cp:revision>12</cp:revision>
  <dcterms:created xsi:type="dcterms:W3CDTF">2026-03-10T03:42:47Z</dcterms:created>
  <dcterms:modified xsi:type="dcterms:W3CDTF">2026-04-08T01:40:53Z</dcterms:modified>
</cp:coreProperties>
</file>